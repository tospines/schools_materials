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4.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633" r:id="rId3"/>
    <p:sldId id="634" r:id="rId4"/>
    <p:sldId id="709" r:id="rId5"/>
    <p:sldId id="710" r:id="rId6"/>
    <p:sldId id="711" r:id="rId7"/>
    <p:sldId id="694" r:id="rId8"/>
    <p:sldId id="699" r:id="rId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0:50:10.114"/>
    </inkml:context>
    <inkml:brush xml:id="br0">
      <inkml:brushProperty name="width" value="0.2" units="cm"/>
      <inkml:brushProperty name="height" value="1.2" units="cm"/>
      <inkml:brushProperty name="inkEffects" value="pencil"/>
    </inkml:brush>
  </inkml:definitions>
  <inkml:trace contextRef="#ctx0" brushRef="#br0">154 3 1708,'-3'0'2280,"-2"0"-531,-3 0-609,-3 0-440,-1 0-228,0 0-156,0 0-92,0 0-20,0 0-12,2-1-32,0 1-8,1 0-4,2-1-12,0 1-12,0 0-16,2 0-4,1 0-12,2 0-8,0 0-20,0 0-20,1 1-4,1 0-4,0-1-12,0 1 4,1 1 56,1 1 40,0 0 4,2 2 20,2 1 60,0 2 12,2 2-28,1 0-16,2 3 16,1 1 4,2 2-16,1 1 44,3 1 40,1 3 24,1 0 0,2 3-24,2 1-16,1 1-64,2 2-52,7 6 44,2 4-112,1 1-16,0 0 20,0-1 40,-1-1 32,1 0 20,0 1 0,0 0 44,1 1 20,0 3-16,1 0 0,1 3 36,0 1 28,0 1 1,1 2-57,0 0-12,0 1-4,0 2-20,1 0 12,-1 2 0,-1 1 20,0 2 32,-1 3 0,0 2-16,-1 1-32,0 3-36,-1 2-36,-1 0-52,0 2-28,-2 2-20,-1 1-20,-1 3 0,1 16 28,-1 6-12,-2 1-8,-4-3 8,-4-4 4,-3-3 0,-3-3 4,-3-2 36,-2-1 12,-2-1 32,-2 1 16,-2 0 16,-1 1 12,-3 1-4,-1 0 4,-2 1-16,0 1 8,-2 1-4,-1 1 8,0 0-20,-2 0-20,0 0-20,-2-1-16,0 0-8,0 0-16,-1-1 4,0 0 0,0-1 4,-1 0 4,-1 0-20,0-1-8,-2 0-12,0 0-12,-2 14 16,-1 4-24,1-1 0,1-5 0,0-5 0,2-5-8,1-4 0,0-3 12,0-3 8,1-2 4,-1-1 12,1-2-4,0-1 8,-1 0-12,1-2-4,0-1 12,0-1-28,0-1 4,0-2 4,1-2 0,0-1 0,-1-2-8,1-1 16,0-1-8,0 0-4,0-2-4,1 0 0,0-2 4,0-1 4,1-2 4,1-2 0,0-1 4,0-1-8,2-2 0,-1-1 8,1-2 4,1-2-8,-1-1 4,1-2 8,0-1 0,1-2 8,0 0 4,0-2 8,1-2-4,-1 0 0,0-2 0,1-2-8,-1-1-12,1-1 4,-1-1 0,0-3 4,1 0 0,-1-3 4,0-1 0,1-2 0,0-2-8,0-1-4,1-2-4,0 0-4,0-2-8,-1-1 0,0-2-4,0 0 4,1-1-4,0-1 4,1 0 4,0 0-12,-1-1-36,1 0-24,0 0-52,0-1-80,-1-1-144,-1 0-60,0-2-280,-2-2-444,0-3-508,-3-2-577,0-4-819,-2-4-712,-2-4-104,-4-3 247,2 2 1721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0:50:10.115"/>
    </inkml:context>
    <inkml:brush xml:id="br0">
      <inkml:brushProperty name="width" value="0.15875" units="cm"/>
      <inkml:brushProperty name="height" value="0.15875" units="cm"/>
      <inkml:brushProperty name="color" value="#00A0D7"/>
      <inkml:brushProperty name="inkEffects" value="pencil"/>
    </inkml:brush>
  </inkml:definitions>
  <inkml:trace contextRef="#ctx0" brushRef="#br0">382 390 668,'0'1'1104,"0"0"-820,0 0-96,1 0-68,-1 0-40,0 0-28,1 1-16,-1-2 80,0 1-32,0-1 24,0 0 28,0 0 48,0 0 32,0 0 24,0 0 24,0 0-8,0 0-4,0 0-40,-1 0-28,1 0-32,-1 0-44,1 0 0,0 0-12,0 0-16,0 0-20,0 0-4,0 0 13,0 0-21,0 0-8,0 0 8,0 0 16,0 0 8,0 0 12,0 0 0,0 0 16,0 0 0,0 0 8,0 0-12,0 0 0,-1 0 4,0 0-8,1 0 8,-1 0-20,0 0 0,1 0-4,0 0-12,0-1 0,0 0-16,0 0-4,0-1-4,0 1-8,0-2 0,0 1-8,0-1-4,-1-1-4,1 1 0,0-2 4,0 1-4,1-1 0,1-1 4,0 0 0,0 1-8,1-2 0,-1 1-8,1-1 8,0-1-4,1 2 4,1-1-4,1-1 4,0-1 4,1-1-8,1 0 0,1-2-4,1 0 4,0 1 160,-1 0-80,1-1-48,0 1-12,1 0-12,0 0 0,1-1-168,0 1 108,0-1 24,1 0 12,-1 1 8,1 0 4,-1 0 4,1 1-20,0 0 12,0 1 12,0 1-4,0 0 0,1 0-4,0 0-4,1 1-4,1 0 0,0 2 4,0-1 16,0 2-20,-1 1 4,0 0 8,0 2 8,0 0-4,-1 1-12,1 1 20,0 0-4,-1 0-8,0 0 0,-1 1-8,1-1 0,-2 0 8,1 1-4,-1 1 8,0 0-4,0 1-4,-1 1 0,1 0 8,-1 1 0,-1 0-4,1 0-8,-1 1 20,-1 0-8,0 1 0,-1 0-4,0 1-8,-2-1 12,-1 1-4,-1 0-8,0 0 0,0 1 4,1-2-64,-2 1 36,1 0 56,0 2 4,-2-1 20,0 1 64,0-1-12,-2 0-20,0 1 0,-1-1-28,-1 1-4,1 0-8,-1 0-20,-1 1 4,1 1-16,-1 0 8,-1 1 4,-1 0 4,0 2-8,-1 1-8,-1 0 4,0 1 0,-1 0 8,0 0 0,0 1 12,0 0 12,-1-1-8,-1 2 16,1 0 0,-1 0 8,1 1-8,-1 0-4,1-1-28,-1 0 4,1 0-12,-3 2 12,-1 1-16,-1-1 32,1-2 4,-1 0-8,1-2-4,0 0 0,-1-1 16,0 0-12,-2-1 8,1-1 0,-2-1 4,0 0 0,0 0-8,0-2-8,-1-1-8,1 0-12,0-1-4,1 0-4,0-2-4,1 0-8,0 1 0,0-1-4,0 0 0,0 0 0,0-1 4,0 0 4,-1-1-4,1-1-20,-1-1 8,0 0 12,0-2 0,0 0 4,1-1 0,0-1 24,1-1-8,1 0-12,0-1-12,1 0 4,0 0 4,0 0-8,1 0 4,1-1 0,0 1 0,2 0-4,0 0 4,1 0 4,0 0-4,2 1 4,0-1 8,0 1 4,1 0 8,0 0-16,1 0-4,0 0-12,0-1-8,1 0 4,0 0-20,-1 0 12,1 0 16,-1 0 4,1 0 4,1 1-4,-1-1 0,1 0-4,1 0 0,0-1-4,0 0 4,0 0-4,2-2 12,0 0-8,0-1 4,2-1 0,1-1 0,1 0-8,1-1 0,1-1 12,1 0-4,1-1-4,0 1-4,2-1 4,1-1 4,2 0-16,1-1 0,1 0 12,1-1 4,2 1 0,1-1-16,1 0 16,0 1 4,2 1-4,1 0-12,0 0 4,1 1 8,0 0-4,0 1 8,0 1 4,0 1 4,-1 1 4,-1 1-12,-1 1 8,-2 2-12,-1 0 0,0 2 0,-2 0-4,-2 1 12,0 2 0,0 0-8,-1 2 4,-1 1-4,0 2 0,-2 0 0,1 2-4,-2 0 4,0 2-8,-2 0 4,0 0 0,-1 1 0,0 1-12,-1-1 8,-1 1 8,0 1 0,0 0 8,-2 0 0,0 1 20,-2 0-20,0 0 0,-1 0-4,-1 0 0,0 1-4,1-1 12,-1 0 0,1 0-4,0 0 0,1 0-4,0 0 4,-1 0-4,0-1-8,-1 0 12,0 0-4,0-1-4,-2 0 0,0 0 0,-1 0 4,-1-1 0,-2 1 8,-1-1 0,-2 1 24,-1 0 40,-1 1 24,0-1 20,-2-1 12,-1 1-8,-1 0-12,0 0-16,-1 0-20,-2 0-20,0 1-16,-2-1 8,-1 1-8,0-1-20,0 0 0,-1 0 8,0 0 12,0 0-8,0-1 0,1 1 0,0 0 0,-1-1-8,0 1-12,1-2-4,0 1-4,0-2 4,1 1-4,1-2-4,0 1 4,0-1 4,0-1-4,2-1-8,-4 1 16,0-1-8,0-1-8,2-1 16,0-1 0,2-1-8,1-1-4,2 0 4,0-1-4,1-1-8,0 0 4,0-1 120,1 0-52,1-1-32,1 1-12,0 0-16,0-1-8,2 1-112,0-1 44,0 0 56,1 0 12,1-1 4,0-1 4,1 0-4,0 0 0,0-1-12,1 1 0,0 0 8,-1-1-4,2 0 0,-1 1-8,1-1 8,0-1-4,2 1 0,0-1 20,1-1 4,0 0-8,2 0 0,0-1-4,1 1 4,-1 0-32,2 1 0,-1-1 8,1 1-20,1 0 20,1 1-4,0-2 12,2 1 4,1-1 4,1 0 20,2 0-8,1-1 0,0 1-12,2-1 0,1 1 20,2-1-16,0 1 0,2-1 0,0 0-4,3 1-4,0-1-12,0 1 16,2 0-12,1 0 12,0 0-4,1 0 4,0 1-4,2 0 4,-1 1 0,1 1 8,-1 0 20,-1 2-12,-1 1 0,-2 1-8,-1 1 8,-2 1-8,-2 2-16,-1 0 8,-1 2 4,-1 1-8,-1 0 0,-2 2 8,0 0 0,-1 1-4,-1 1 4,-1 0 4,-2 1 0,-1 0 4,0 0-4,-2 0 16,0 0-8,-2 0-4,0 2 4,-1 0-8,-1 1-8,-1-1 4,-1 0 12,0 0 4,0 0-8,0 0-8,-1 0 0,0 0 0,-1 1-4,0 0 0,0-1 0,-2 1 4,1 0 8,-2 1-4,1-1 0,-2 1-4,1 0 0,-1-1 16,-1 1 0,0-1-4,-1 1-4,-1-1 0,-1 1 4,0-1-8,0 0-8,-2 0 8,0-1 0,-1-1-4,0 0 4,-1 0-4,-1-2 8,-4 3 0,0 0 0,-2 0-4,2-1 4,0-1 4,1-1-8,0 0 0,1 0-4,1-1 4,0 1-8,-1-2 8,1 1-8,-1 0 12,0 1 0,0-1 4,1 0 0,0 0-12,0 0 4,1-1-8,0 0 4,1 0-4,0-1 8,1-1 8,1 0-4,-1-1 8,1-1-4,0 1-4,0 0-4,1-1-8,-1 1 0,0-1-4,-1 0-4,0-1 4,1 0 4,-1 0 20,1 0-4,0-1-12,0 1 0,0-1 0,0 1-4,0 0-20,1 0 24,1 1 0,0-1 4,1 0-4,1-1-4,1 0-4,0 0 0,2-1-4,1 1 28,1-1-4,1 0 0,3-1 0,0 0-20,0 0 0,-1 0-28,1-1 8,-1 0 4,1 0 12,-1 0 8,1-1 0,0 0 0,1-1 4,1 0-16,1 0 8,0-1-12,2-1 16,0 0-8,1 0 8,1-1 4,1-1 20,0-1-16,1 0-4,1-2 4,2-1-20,0 0 0,0 0-8,2 0 16,0 0 8,1-1 0,1 0 12,2 0 0,1-1-12,0-1-12,2 1 0,0 0 12,0 0-8,0-1-8,2 0 8,0 0 0,2-1 8,0 1-20,1-1 16,0 2 0,1 0 8,1-1 0,0 2-4,1-1 4,-1 1 4,0 1 4,0 1-8,-1 1 0,-1 2 12,0 1-12,-3 1-4,-1 1-4,-3 3 4,-3 1 0,-1 1-8,0 2 8,-1 1 8,-1 0-8,1 2 0,-2 1 8,-1 1-8,-1 1 16,-1 0-4,-1 0-4,-2 1 0,0 0-12,-1 1 0,-2 0-4,1 0 12,-2 2-8,1 0 0,-1 0 4,0 1 8,1 1-12,-1 0-4,0 0 8,0 2 8,0 0-20,0 0-24,0 1 28,0 0-4,-1 1 4,-1-1 4,1 1 52,-1-1 4,-1 0-24,0-1 8,0 0-16,-1 0-8,0-1-28,-2 0 12,0-1 4,-1-1-4,-1 1 4,0-1 0,-2 0 0,-1 0 0,-1-1 0,-2 0 0,-1 0 0,-2 0 0,-3 2 24,-1 0-24,-1-1 4,0-1-4,0-1 8,1-1-4,-1 0 4,1 0 4,0 0 0,0 0 12,0 1-4,0-1-20,1 1 4,-1 1 0,0-1 0,-1 1-20,1-1 4,0 0 8,0 0 4,0-1 4,0 1 8,1-1 0,-1 0-4,1 0 0,-1-1 0,0 0 0,0-1 4,2 0-8,0-1 8,0 0 8,2-2-20,-1 1 12,2-2-8,0 0 0,0-1 0,0 1-4,1-1 4,-1-1-8,1 1 0,0-1 0,1-1 8,-1 1-4,1-1-8,1-1 8,0 1 0,0-1 0,0 0-8,1 0 8,0-1-4,2 0 0,0-1 0,1 0-4,2 0 0,1 0 4,1 0 4,0-1-4,2 0 0,0-1 4,1 0 0,0 0 0,1-1-8,0 0 0,0-1 8,2-1-4,-1 0 4,1-1-8,0 0-4,0 0 12,1-1-12,1-1 12,1 0-4,0-1 4,2 0 0,1 0 4,0-1-4,1 1 0,2-1-8,1 1 0,1 0 8,1-1 0,1 1 0,1-1-12,1 0 0,1 1 8,1 0 0,0 0 0,5-1 0,1 0 8,0 0 0,0 1 0,0 1 0,-2 0-8,-1 2 4,-1-1-20,0 2 0,-1 0 12,1 0 4,-1 2 20,0 0-4,0 2 8,-1 0 0,0 1-36,0 2 0,0 0-12,0 1 16,-1 1 0,0 1 8,-1 0 24,-1 1-16,0-1 0,-2 1-4,0 0 8,-1 1-4,-1-1 4,-1 2 0,-1-1-4,-1 1-4,-2 0 0,0 1 0,0 0-4,-2 1 12,0 0 0,0 0 8,-1 1-8,-1 0 8,-1 1-24,0 0 12,-1 0-8,0 2 16,-1-1-8,-1 1-4,-1-1 24,0 0-24,-1 0 0,0 0-8,0-1 4,-2 1 4,-1 0 4,-2 1 12,0-1 0,-2 0 0,0 1 4,-1 0-8,0-1 0,0 1-8,-2 1 4,0-1 0,-1 0 4,-1 1-4,0 1 8,-1-1 12,0 1 8,-2 0 12,0-1 8,-1 1 0,0 0 12,0 0-12,-1 0-4,1-2-20,-1 1 8,1-1-8,-1-1-4,1 1 4,0-1-16,0 1 16,1 0-12,-1 0-20,1-1 4,0 1 4,0 0 4,0 0 8,-1-1 0,1 0 8,0 1-12,0-1 0,0-1-12,0 1 4,0-1-12,1 0 4,0-1-12,0 1 8,0-1-4,1-1 0,0 1 0,1-1 8,0-1 20,1 1-12,0-1-12,1-1 4,1-1 0,0 0-4,1 0 0,1-1-4,-1-1 20,2 0-4,-1-1-4,2 0-4,-1 0 4,1 0 4,0-2 0,1 1-4,1-1-24,1-1 8,1 0 4,0 0 28,1-1-20,-1-1-4,1-1 32,0-1-12,0-1-16,-1-1-32,1 0 24,1-2 0,-1 0-12,1-1-4,-1-1 16,1-1-4,0 0-40,1-1 28,0-2 12,0-1 12,0 0 0,1-1 0,0-1 28,0 0-24,0 0 4,1 0-16,0-1 0,2 0 4,0 0 0,0 1-4,1 0-4,1 3 12,0 0-4,0 2 8,2 1-4,1 0 0,0 0-20,2 0-8,1 0 8,0 1-4,2-1 8,0 1 0,2 1 16,0-1-4,1 1-4,1 0 4,2 0 16,0 0-8,1-1-4,1 1 4,1 1-4,0 0 0,2 2-20,-1 0 4,0 1 8,0 1 4,-1 1 4,0 1 0,-1 1-4,-1 1 8,1 2 0,-1 0 0,0 1-4,0 1 0,0 1 4,-1 0 12,0 1-4,0 1-8,0 1 8,-1 0-12,0 0 0,-1 0-4,-1 0 16,0 1-8,-1-1 0,0 2 0,0 0-4,-2 2 0,0-1-8,-1 2 0,0 0 12,-1 1 4,-1 0 4,-1 1-4,0-1 8,-2 2-4,-1 0-8,-1 0-4,-1 1-8,-1 2-4,-1 1 16,-2 1 0,-1-1 8,-1 1 4,-2 0-8,-1-1 12,-1-1-8,-2-1-4,-1-1-4,-2 0 12,0-1 0,-1 0 0,-2-1 0,-1 0 4,-1 0 12,0-1 52,-2-1 32,1 1 32,-1-1 24,0-1-8,0 0-4,-1 1-48,0 1 28,-2 0-64,1-1-36,-1-1-20,1-2 0,-1 0 4,0 0-80,0 0 28,-1 0 32,0 1 0,0-1-4,0 1-12,-1 0-12,1 0 20,-1 0-8,1 0 0,-1 0 4,1-1 0,0-1 28,0 0-20,1 0-4,0 0 4,0-1-8,0 0 20,1-1-24,0-1 0,2 0 12,1-1 0,1 0 12,1-1-12,1 0-28,1 0-20,1-1-76,3 0-108,1-2-120,3 0-124,1-1-124,2-1-112,2 0-80,2 0-44,2-1-52,1 0-100,3 0-172,1-1-345,1 1-455,0-1-156,-1 1 1140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0:50:10.116"/>
    </inkml:context>
    <inkml:brush xml:id="br0">
      <inkml:brushProperty name="width" value="0.05" units="cm"/>
      <inkml:brushProperty name="height" value="0.3" units="cm"/>
      <inkml:brushProperty name="color" value="#00A0D7"/>
      <inkml:brushProperty name="inkEffects" value="pencil"/>
    </inkml:brush>
  </inkml:definitions>
  <inkml:trace contextRef="#ctx0" brushRef="#br0">372 21 500,'0'0'760,"0"0"-164,0 1-148,0 0-100,0-1-60,0 1-40,0-1 4,0 0 20,1 0 12,-1 0 12,0-1-16,1 0-12,-1 0-20,1 0-48,0 0-32,0 0-39,0 0-17,0 0-12,1 0-12,-1 1-4,1-1 96,-1 1-88,1-1-16,-1 0 12,1 1 4,-1-1 20,0 1 20,1 0 24,-1-1 24,0 1 0,-1 0 0,1 0-12,0 0-16,0 0-20,-1 0-24,0 1-20,1-1-4,-1 0 8,0 0 4,0 0 12,0 0 28,0 0-8,0 0-8,0 0-20,0 0-16,0 0-20,-1 0-44,1 0 4,-1 0-12,1 0 4,1 0 4,-1 0-4,0 0-4,1 0 4,0 0 8,-1 0 4,1 0 0,-1 0 4,0 1 16,-1-1-4,1 0 12,0 0 8,0 0 16,0 0 4,0 0 104,0 0-84,1 0-8,-1 0 0,1 0-8,-1 0-8,0 0 0,0 0-16,0 0 4,0 0 0,0 0-8,0 0 8,0 0-8,0 0 16,0 0 4,0 0-12,0 0 20,0 0 4,0 0 0,0 0-8,0 0-8,0 0-4,0 0-4,0 0-16,0 0-8,0 0-16,0 0-8,0 0-12,0 0-8,-1 0 0,1 0-4,-1 1-20,-1 0 16,0 1 4,-1 1 8,0 0 0,-2 2 0,-1 0 24,0 2-12,-1 0-4,0 1-12,-1 0 8,-1 0 12,0 1 8,-1 0-20,-1 0 8,0 1-4,-1 0 8,0 1-12,-1 0-12,0 0 4,0 2 8,-1 0 8,0 0-16,-1 1 8,0-1-8,0 1 20,1-1 0,0 0-4,2 1-8,-1-2 0,2 1 0,-1-1-4,1-1-8,0 0 8,1-2 12,1 1 4,1-2 4,1 0 4,0-1 4,2-1-4,0-1-8,1 0-12,1-1 0,1-1-4,0 0 4,0 0 8,1-1 0,0 0-12,0 0 0,0-1 8,2-1-4,-1 0 0,0 0 8,0 0 0,1 0 4,-1-1 8,0 1 8,0-1 4,1 1 16,0 0 4,0 0 0,0 0 0,0 0-12,0 0-8,-1 0-16,0 1-12,0-1 4,0 1-8,0-1 4,0 0-8,0 0 4,-1 1 8,2-1-12,0 1 12,-1 0-4,1 0 16,1 0 28,-1 0 28,0-1 20,1 1 28,-1-1 24,1 0 8,0 1-12,0-1-12,1 1-28,-1 0-20,1-1-8,0 1-12,0 0-12,1 0 0,0 0-4,0 0-12,1 0-12,-1 0 12,2 0 16,1 0 20,0 1 20,1-1 4,2 0 0,-1 0-8,2 0-20,0 0-16,3 0 48,2 0-56,1 0 4,0-1-4,1 0-4,0 0-16,0-1-16,0-1 4,0 1 0,0 0-16,0 0 20,1-1-8,-1 1 12,1 0-12,-1 0 24,0 0 20,-1 0-12,0 0 8,0 1-4,-1 0 8,-1 1-20,0 0-4,-1 0 4,0 2-8,-1-1 8,0 1-8,-2 0-12,0 0 0,-1 0-4,-1 0 0,-2-1-16,0 1 0,-1-1 17,-1 0-17,-1 0 0,0 0-4,-2 0 4,0 0-8,0-1 8,-1-1-5,-1 1 5,0 0 5,1-1 7,-1 0 0,-1 1-8,1-1 8,0 0-8,1 0 8,-1 0-12,0-1 4,1 1 24,-1 1 0,-1-1 24,0 0 8,1 1 28,-1-1 48,1-1-32,-1 0 12,2 1-12,-1-1-12,1 0-28,0 1-32,0-1 12,0 1-12,0 0-4,0 0-8,-1 0 8,1-1-8,-1 0 0,0 1-4,-1-1 16,1 1-12,-1 1-4,0-1-16,1 1 0,-2-1 4,1 0-8,0-1-8,-1 1 0,0-2 12,0 1 0,-1 0-4,0 0-4,0-1 4,0 1 4,0 0 4,0 0-4,0-1 0,0 1 8,0-1 4,0-1-8,0 1-4,-1-1 4,1-1 4,0 0-8,0 0-8,1-1 8,0-1 0,0 1-8,0-1-8,-1-1 8,1 1-4,-1-1-4,0-1 0,0 1 8,0-1 4,-1 1 0,1-1 4,-1 0-4,0-1 12,0 0-4,1 1 0,-1-1 32,-1 1-24,1 0 0,0 0-12,0 0 4,-1 1-8,0 0-28,1 0 12,-1 0 16,0-1 0,1 0-8,-1 1 16,1-1-8,-1 0 0,0 1-4,0 0 0,0 0 4,0 1 0,0-1 4,0 1-4,1-1-4,-1 0 4,1 0-12,0 0 4,0 0-4,-1 0 8,0 0 4,1 1 0,-1 0 0,1 1-8,-1 0 4,0 1 0,1 0 16,-1 0 20,1 1-16,0-1 0,0 1-4,1 0-12,0 1-12,0-1-16,1 1 20,0 1 0,1-1 12,-1 0 4,1 1-8,0-1 0,0 0 4,0 1 8,-1-1-12,0 1 0,1-1 8,-1 0-4,1 1-4,0-1 0,0 1 4,-1 0 0,1 0-4,0 0 8,0 0-4,0 0 0,1 0-8,-1 0 8,1 0 0,-1 0-20,1 0 12,0 0 4,0 1 12,-1-1-20,1 1 12,-1 0 16,0-1-8,0 1 4,0-1-12,0 0 12,1 0-20,0 0 4,0 0 4,0 1-16,0-1 16,0 0-8,0 0 4,0 0 0,0 1 4,0 0 0,-1-1-4,1 1-4,0-1 20,-1 1-4,1-1-8,0-1 8,-1 1-8,0 0 12,0 0-8,1-1-16,0 1 8,-1 1-4,1-1 12,-1 1-4,1 0 0,0 0 20,-1 0-16,1 0-4,0 0-8,0-1 0,0 1-4,0-1-8,1 0 8,-1 1 4,0 0 4,0-1 8,0 1 4,0 1-8,0-1 4,0 0 0,0 0 8,0 0-24,0 0 8,0 0 0,0 0-4,0 0-4,0 0 12,1-1-4,-1 1-8,0 0-116,1 0 60,-1 0 28,1 1 12,0-1 12,-1 1 20,1 0 116,-1 0-60,1 0-20,-1 0-16,1 0-12,0 0 4,-1 1-4,1-1-4,-1 0-8,1 0 0,-1 0-4,1 0 0,0 0 4,0-1 0,0 1 0,-1-1 0,0 1 0,1 0-8,-1-1 0,0 1 4,1 0-4,0 0-8,0 1 4,0-1-72,0 1-104,0 0-152,0 0-141,0 0-199,0 0-220,0 0-204,0 0-232,1 0-348,0 1-712,1-1-421,-2-1-99,1 0 620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0:53:05.120"/>
    </inkml:context>
    <inkml:brush xml:id="br0">
      <inkml:brushProperty name="width" value="0.2" units="cm"/>
      <inkml:brushProperty name="height" value="1.2" units="cm"/>
      <inkml:brushProperty name="inkEffects" value="pencil"/>
    </inkml:brush>
  </inkml:definitions>
  <inkml:trace contextRef="#ctx0" brushRef="#br0">154 3 1708,'-3'0'2280,"-2"0"-531,-3 0-609,-3 0-440,-1 0-228,0 0-156,0 0-92,0 0-20,0 0-12,2-1-32,0 1-8,1 0-4,2-1-12,0 1-12,0 0-16,2 0-4,1 0-12,2 0-8,0 0-20,0 0-20,1 1-4,1 0-4,0-1-12,0 1 4,1 1 56,1 1 40,0 0 4,2 2 20,2 1 60,0 2 12,2 2-28,1 0-16,2 3 16,1 1 4,2 2-16,1 1 44,3 1 40,1 3 24,1 0 0,2 3-24,2 1-16,1 1-64,2 2-52,7 6 44,2 4-112,1 1-16,0 0 20,0-1 40,-1-1 32,1 0 20,0 1 0,0 0 44,1 1 20,0 3-16,1 0 0,1 3 36,0 1 28,0 1 1,1 2-57,0 0-12,0 1-4,0 2-20,1 0 12,-1 2 0,-1 1 20,0 2 32,-1 3 0,0 2-16,-1 1-32,0 3-36,-1 2-36,-1 0-52,0 2-28,-2 2-20,-1 1-20,-1 3 0,1 16 28,-1 6-12,-2 1-8,-4-3 8,-4-4 4,-3-3 0,-3-3 4,-3-2 36,-2-1 12,-2-1 32,-2 1 16,-2 0 16,-1 1 12,-3 1-4,-1 0 4,-2 1-16,0 1 8,-2 1-4,-1 1 8,0 0-20,-2 0-20,0 0-20,-2-1-16,0 0-8,0 0-16,-1-1 4,0 0 0,0-1 4,-1 0 4,-1 0-20,0-1-8,-2 0-12,0 0-12,-2 14 16,-1 4-24,1-1 0,1-5 0,0-5 0,2-5-8,1-4 0,0-3 12,0-3 8,1-2 4,-1-1 12,1-2-4,0-1 8,-1 0-12,1-2-4,0-1 12,0-1-28,0-1 4,0-2 4,1-2 0,0-1 0,-1-2-8,1-1 16,0-1-8,0 0-4,0-2-4,1 0 0,0-2 4,0-1 4,1-2 4,1-2 0,0-1 4,0-1-8,2-2 0,-1-1 8,1-2 4,1-2-8,-1-1 4,1-2 8,0-1 0,1-2 8,0 0 4,0-2 8,1-2-4,-1 0 0,0-2 0,1-2-8,-1-1-12,1-1 4,-1-1 0,0-3 4,1 0 0,-1-3 4,0-1 0,1-2 0,0-2-8,0-1-4,1-2-4,0 0-4,0-2-8,-1-1 0,0-2-4,0 0 4,1-1-4,0-1 4,1 0 4,0 0-12,-1-1-36,1 0-24,0 0-52,0-1-80,-1-1-144,-1 0-60,0-2-280,-2-2-444,0-3-508,-3-2-577,0-4-819,-2-4-712,-2-4-104,-4-3 247,2 2 1721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0:53:05.122"/>
    </inkml:context>
    <inkml:brush xml:id="br0">
      <inkml:brushProperty name="width" value="0.05" units="cm"/>
      <inkml:brushProperty name="height" value="0.3" units="cm"/>
      <inkml:brushProperty name="color" value="#00A0D7"/>
      <inkml:brushProperty name="inkEffects" value="pencil"/>
    </inkml:brush>
  </inkml:definitions>
  <inkml:trace contextRef="#ctx0" brushRef="#br0">32 16 372,'0'0'652,"0"0"-180,-1 0-152,-1-1-120,0 0-88,0-1-44,0 1-36,-1-1-16,1 1 0,0-1-8,1 1-4,-1-1-12,1 1-12,0-1-8,0 2-36,0 1 24,1 0 12,-1 1-8,0-1 8,0 0-12,0 0 4,-1 0 4,1 0-8,0 1-16,1-1-36,-1 1-64,1-1-104,0 0-152,0-1-184,0 0 296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0:53:05.123"/>
    </inkml:context>
    <inkml:brush xml:id="br0">
      <inkml:brushProperty name="width" value="0.05" units="cm"/>
      <inkml:brushProperty name="height" value="0.3" units="cm"/>
      <inkml:brushProperty name="color" value="#00A0D7"/>
      <inkml:brushProperty name="inkEffects" value="pencil"/>
    </inkml:brush>
  </inkml:definitions>
  <inkml:trace contextRef="#ctx0" brushRef="#br0">8 94 2016,'-1'-1'640,"0"-1"-212,0-1-132,0-1-84,-1 0-48,1 0-48,1 0-28,0 1-20,1-1-16,0 1-20,0 0-20,-1 0-4,1 0 4,0 1-12,0-1-8,0 2 8,1-1 8,0 0 0,-1 0-8,1-1 8,-1 1 12,1 0-16,0 0 0,0-1 0,0 1 4,0-1-16,2 0-52,1-1-296,0 0-16,2 1-192,-1-1-260,0 1-304,-2 1 240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0:53:05.124"/>
    </inkml:context>
    <inkml:brush xml:id="br0">
      <inkml:brushProperty name="width" value="0.05" units="cm"/>
      <inkml:brushProperty name="height" value="0.3" units="cm"/>
      <inkml:brushProperty name="color" value="#00A0D7"/>
      <inkml:brushProperty name="inkEffects" value="pencil"/>
    </inkml:brush>
  </inkml:definitions>
  <inkml:trace contextRef="#ctx0" brushRef="#br0">56 3526 1360,'-1'0'1028,"0"0"-324,-2 0-244,1 1-164,-1 0-96,0 0-60,0 0-44,0 0-36,1 1-8,0-1-12,1 1 0,1-1 12,0 1 24,0 0 36,0-1 36,0 0 32,0 0 44,0 1 17,0-1 15,0 0 8,0 0-4,0 0 0,-1-1-36,0 1-16,0-1-20,-1 1-24,1 0-32,-1 0-24,1 1-24,0 0-8,0 0-20,0 1-4,1-2-12,-1 0-8,1-1 4,-1-1-20,1 1-12,-1-1 8,1 1 24,-1-1 4,1 1 12,0-1 12,-1 0 64,0 0-64,1 0 16,-1-1-24,0 0 4,0 1 0,0-1-4,0 0-8,-1 0-20,1-2-4,-1-1-8,0-1-8,1-2 4,0-1-16,1-2 4,0 0 0,1-1 0,-1 0 0,1-2-12,1 0 20,-1-1-4,1-1-8,-1 0 0,1-2 4,0 0-4,0-2-24,-1 0 16,1-1 24,0 1 0,0-1-8,-1 1 8,1 0 12,-1 1-12,1 0-20,0 0 4,-1 2 4,1-1 0,0 1 4,1 0 4,0 1 0,-1 0-4,1 1 0,0 0-20,0 0 4,1-1 8,1 1 4,1 0 4,0 0-4,1 0 4,-1 1 4,1 0-4,-1 2-4,1 0-8,0 1 8,-1-1 8,1 1-8,0-1-8,0 1 8,0 0 0,0 0 0,1-1 0,-1 2 0,2-1 4,-1-1-8,2 1 24,0 0-16,1 0 8,1 0-8,2 0 4,0 1-4,1-1-16,2-1 20,1 1-8,2-1 4,0 1-4,1 1 0,0 0 0,0 3-12,-1 1 8,1 2-12,-1 2 16,-1 1 0,1 3 4,0 0 8,0 3-4,-1 1 12,-1 1 4,0 1 0,0 1 8,-1 1-8,-2 0 4,0 2-4,-1 0-16,-1 1 12,0 0-12,-1 2 8,0 0 12,-1 2 4,0 0 20,0 3 24,0 0-4,-1 2 4,0 0-16,0 0-8,-1 1-16,-1 1 0,0 1 12,-1 0 16,-1 0 0,0 1 16,0 1 16,-1-1-12,-1 0-8,0-1-16,-1 0 4,0-1-24,-2 0-12,0-3 8,-1 0-4,0-2 0,0-1 32,-1-1 24,0-2 16,-1 0-8,0-1 12,0-2-20,-1 1-8,0-2-20,0 0-20,0-1-4,0 0-4,-1-1-8,1 0 0,0-1 0,0-1 4,-1 0-4,1-1 0,-1 0-4,-1 0 12,0 0-12,0 0-8,-1-1 0,0 1-8,1-1-8,-2 0 0,0 0 4,1-1 4,-1 1 0,-1-2 4,1-1 20,-1 1-4,0-1-20,0-1-4,0-1 0,-1 0-4,1-1-24,0-1 16,1 0 8,-1-3 4,1 0 4,0-1-8,0-2 4,0-1 4,0-2-4,-1-1 0,0-1-4,0-2-4,0-1-12,1-1 0,-1 0 8,2 0 0,0-2 12,-1 0 0,2-1 12,-1-1-8,2 0-4,-1 0 0,0 0-4,1-1 0,0 0 4,0 1-8,1 0 8,1 0-8,0 0 4,1 1 4,0 0-4,1 1 8,1 0-4,-1 1 0,1 1 4,1 0 4,0 1 0,1 1 4,1 2-8,0 0-4,1 0-12,0 0 4,2 0-12,0-1 8,1-1 8,1 1 4,3-2 4,1 1-8,1 0 8,2 0 0,1-1 0,1 1 0,0-1 4,0 1 0,0 0 0,0-1-12,0 1 0,0 0-12,-1 1 8,0 0 4,0 1-4,0 0 8,0 0-4,0 2-4,0 0-4,-1 2 4,-1 0 0,0 1 4,0 1 32,0 0-8,-1 2-12,0 0 8,-1 0-8,1 2-8,-1-1-32,1 2 12,0 0 4,0 1 4,-1 0 4,1 0 4,-1 1 4,0 1 0,0 0 0,-1 0-4,0 1 8,-1 0 0,0-1-4,0 1 4,0 1 8,1-1 12,0 1-20,1 1 4,-1-1 0,3 3 12,1 2-20,0 0 8,-1 2-4,1 0 0,-1 1 0,-1 1 0,0 0 4,1 1 0,-1 1 8,0 1-8,0 1 4,0 0 0,0 1-8,0-1-4,-1 1 0,0 0 4,-1 0 0,-1 0-12,0 0 4,-1 0 0,0 0 12,0-1-8,-1 1-4,0-1 8,-1 0 0,0-1-4,-2 1-8,0-1 4,-2 0 8,0 0-4,0 0 4,-1 0-4,0 0 0,0 0 20,-1 0-20,0 0-8,0 0 4,-1 0 4,0 0 16,-1-1-28,0 1 8,0-1 4,-1-1 0,-1 0-4,1-1-4,0 1 8,-1 0 4,0-1 0,0 0 4,-1 1 8,0-1-12,0-1-4,0 1 0,0-1 0,0-1 0,-1-1-8,1-2-12,-1 0 8,2-2 0,-1-1 12,1 0-12,0-1 16,-1 0 12,1-2 0,0 1 4,-1-1-12,1 1 20,-1-1-20,0 0 4,1 0-4,-2 0 4,1 0-8,-1 0 4,0-1-4,0 1-4,-1-2 0,0 1-12,0-2 4,-1 0 0,-1-1 8,0-1-4,-1-1-4,-1 0 0,0-2 8,-1 0-8,0-1 0,-1-1 8,0-1-4,-1-1 12,1-1-8,0-1-4,1-1 0,0 0-4,1-1 0,0-1-16,1 0 12,1 0 4,0 0 0,1-1 0,1 1 4,0-2 8,2-4-4,1-1 0,1-1 0,1 2 0,0 0-8,3 1 4,0 1-4,2 0 4,1 1 8,1 0 0,1 0 8,1-1-8,1 1-4,1-1 0,1 1 0,1-1 4,0 0-4,1 1 8,1-1-4,1 1 0,-1 0 4,2 1-8,0 0 0,-1 0 0,1 1 0,1 1 0,-1 0 0,1 2 0,0 1 0,0 0 0,2 1 0,0 0 0,-1 0-4,1 0-4,0 1 4,0 1-4,-1 0 8,-1 1-4,0 1-4,0-1-4,0 2 0,1-1 4,1 1 0,0 0 0,2 0-4,0 0 12,1 0 0,0 0-12,-1 2 4,-1 0 8,0 1-4,1 1-8,-1 0 8,1 1 0,-1 0 0,0 1-8,-1 1 8,0 1-8,-1 0-20,0 1 4,-1 1 24,0 1 0,0 1 4,-1 1 0,1 1 16,0 0 4,0 1-8,1 0-12,0 2 4,-1 0 8,1 2-4,0 1 0,0 1 0,-1 1 0,1 0-4,-1 1 0,-1 1-4,0 0 0,0 0 4,-1 0 4,-2 1 0,-1-1 4,0 0 0,-3 1-4,0-1 8,-1 2-4,-1 0-4,-1 1-4,-2 1 0,-1 0 0,-1 2-4,-1 0-4,-1 1 0,0-1 4,-2 1 12,1-1 0,-2-1 4,0 0 8,0 0 0,1-1 12,-1-1 0,-1 0-4,1-1 12,-1 0 4,-1-1 4,1-1-8,-2 0 4,0-2 4,0 0-16,0-1 12,-1 0-16,0 0-4,-1-1-8,1 0-8,-1-2 8,1-1-20,-1-1 4,0-1 4,0 0 0,1 1 0,-1 1 4,1-1-4,0 0 4,-1-1-4,2-1 120,-1-1-60,2 0-32,0-2-8,1 0-4,0-1-16,-1 0-116,1-1 48,0 0 24,1-1 12,0 1 8,0 0 8,0-1 8,0-1 8,1 1 0,0-1-4,0 0 4,1 0 0,0-1-8,-1 1-12,1-1 12,-1 0 0,1-1-4,-1 0 0,0-1-8,0-1 0,0-1 0,0-2-4,1-3-4,-1-1 4,1-1 8,0-1 4,1 0 0,0-1 0,0 0 12,1-1-8,1-1-4,1 0-4,1 0 8,1-1 0,0 1-20,2-1 0,1 1 0,1-2-4,1 1-12,2-1 8,0 1 8,1 1 12,1-1 4,0 2 0,0 0 8,0 0 8,1 1 4,0 0-12,1 2-4,-1 0 0,0 2 0,0 0-12,-1 1 4,0 1 8,-1 1 0,1 0 4,0 2-4,0 1 0,1 2 4,0 1-4,0 1 0,0 0 4,1 1 0,1 1 0,0 1 4,1-1-4,-1 1-4,-1 0 0,1 1-4,-2-1 8,0 1-4,-1 1 8,0 0 0,-2 0-4,1 2 4,-1 0-12,-1 1 0,-1 0 0,-1 1 4,-1 0 0,-1 0 0,0 0 0,-1 0 4,-1 1-16,1 0 4,-1 0 8,-1 1-4,0 1-20,-2 1 12,1 2 20,-1 0-4,-1 1-4,-1 0 4,0 0 24,-2 1-16,0 0-4,-1 1-4,-1 3 12,-1 1-4,0-1 8,0-1-4,-2-1-4,1-1-8,-2-1 4,0-1 4,0-1-8,-1 0 12,0-2 0,-1 0 0,-1-1-8,0 0-4,-1 0-4,0 1 0,0 0-8,0-1 0,1 0 8,0-2 0,0-1 0,0-1 0,1-1 4,1-1-4,0-1-16,1 0 16,0-1-4,0 0-8,2-1 0,-1 0 8,0-1 4,1 0 52,0 0-28,-1-2 0,1 0-24,-1 0 4,1-1-40,1-1 16,1 1 4,0 0 16,1-1 8,1-1-4,0-1-4,0-2 0,0-1 0,1-2 0,0-1-4,0-2 0,0-1 0,1-1-8,-1-1 0,1 0 8,1-1 0,0 0 4,1 0-4,1-2-8,1 1 4,0-1 4,3-1-12,0 0 4,2-1 0,4-3-8,2-1 16,3 0 0,-2 2 0,1 2 4,0 1 4,1 1 4,-1 1 8,1 1 4,-1 0 0,0 2-4,0 0 0,0 0-12,1 1-4,0 1-4,0 0 4,1 1-4,0 0 4,0 0 12,1 2 8,0-1-16,2 0-4,0 0 4,2-1 4,1 1-8,1 1 8,2 0 4,1 1 4,0 1-4,1 1 0,1 1-8,-1 0-8,0 0-4,-1 1-16,1 0 8,-2 0 0,-1 1 8,0 0-12,-1 0 4,-2 1 16,-1 1 0,-1 0 0,-1 1 4,-1 0 4,-1 2 20,-1 0-4,0 2-12,-2 0 4,0 0-16,-1 3-4,-1-1-20,-2 2 8,-2-1 4,-1 1-16,-2 1 16,0 0 4,-2 1 0,0 1-8,-1 0 8,-1 2 0,-1 0 12,-1 0-8,-1 0 4,1 2 8,-1-1 8,-1 2-4,0-1 0,0 1 24,0 0-16,-1 2-4,0-1 8,1 0-12,-1 0 0,0 0-8,0 0 0,0 0 12,-2-1-12,0 1 0,0-1 0,-1-1-4,-2 0 8,0 0-4,-1 0-8,-2 0 4,-1 0 8,-1 0 0,-1 0-4,-1-1 4,-1-1 12,-1-1-36,-1 1 32,1-2 48,-1 0 44,0 0 20,1-2 12,2 1 32,-1-2-40,2 1-48,1-1-28,2-2 12,0 0-28,1 0-4,0-1-8,0-1-12,1 0-12,0-1-32,1 0 4,0-1 12,0-1 12,2-1 8,-1-1-16,2-1 4,-1-3 8,0-1 4,0-1-8,1 0 4,0-2-4,1 0 0,0-2-4,1 0-20,1-1 16,1 0-4,1 1 4,1-1 0,-1 0 0,1 0 0,1 0-4,0 0 8,0 0-8,2-2 0,0 0 8,1 0-4,0-1 0,0 1-4,1-1-4,1 0 4,0 0 0,1-1 0,0 0 0,1 0 8,0 0 0,0 1-8,0 1 0,1 1 4,-1 0 4,1 0-4,0 1 0,0 1-4,1 0 8,1 1 0,0 0 0,3-2-16,1 1 16,2-1 4,-1 1 0,0 1 4,-1-1 4,1 2-4,0 0 8,1 0-8,-1 1 0,1 1-4,1 0 0,0 1 4,0 0-12,0 1 128,-1 1-60,0 2-24,-1 1-16,-1 1-8,0 1 0,-1 1-132,0 2 68,-1 1 16,-1 1 20,-2 2 8,0 0 8,-2 2 0,0 2-4,-1 0 8,-1 2-4,-2 1 8,0 1 0,-2 0 0,-1 1 0,0 0-8,-2 1 8,0 0-8,0 1-8,0 0 16,-1 0-4,-1-1-4,0 1 0,-1-1-4,0 0-4,-1 0 4,-1-1 0,-1 1 4,-1 0 0,0-1 0,-1 0 8,-1 0 4,0 0 0,-1-1 8,0 0 4,-1-1 0,1 0-8,-2 0-16,0-2 4,1-2-8,-2 0-12,1-2 4,-1-1 12,-1 0 0,1-1 0,0 0 4,0-1 4,0-2-4,1 0 4,0-1-4,0-1-4,0-1 0,0-1 4,0-2 12,1 0 4,2-2-8,-1-1-8,2-1-4,-1-2 0,2 0-4,-1-3-24,1-1 16,0-1 0,0-3 12,1-1 0,-1-1 0,1-1 12,1-2-8,-1-2-4,1 0-4,0-2 4,0-1-8,0 0 8,1 0 8,0-1-8,1 0 8,1 1-4,0-1 4,1-1-4,-1 1-8,1 1 8,-1 0 4,2 1 0,1 1-4,1-1-4,0 1 16,1 0-8,0 1-8,0 0 16,-1 0 0,0 0 16,1 1-28,0-1-4,0 0-4,1 0-20,0 0-4,0 0-4,1 0 4,0 0 8,1 0-8,0 1 12,0 1 8,0 2 0,0 1 0,0 2 8,0 0 0,0 1 0,0 1-12,1 1 4,-1 0 0,1-1 4,0 1-8,0 0-4,1 0 20,-1-1 8,1 1-8,0-1-4,-1 2-12,0-1 12,0 1-8,0 1 0,0 0 4,0 0 4,-1-1 8,2 2-8,-1-1 0,1 1-4,0 0 0,-1 1-8,0 1-8,0 1 8,-1 0 0,0 1 8,0 1 0,-1 0 4,0 1 12,0 0-12,-1 0 0,-1 1-4,0 1-4,1 0-16,0 1 16,0 1 0,-1 1 0,2 1 8,-1 1 4,2 3 0,0 1 4,2 3 12,0 2-4,0 3 0,1 3-16,1 2 0,1 2 36,0 0-12,0 1 0,-1 0-16,-1-1 12,0-2 40,-1-1-60,-2-2 0,-1-2 12,-1-1 8,-2-1 8,-1-1-48,-1-1 28,-2-1 4,-1-1 8,-1-1-12,-1-2 8,0-1-68,-2 0 32,-1-1 16,1 0 4,-1-1 4,0 0 4,-3 0 72,-2-2-44,-1-1-16,-3-2-4,0-1-4,-2-2-12,1-1 0,-1-1 0,-3-4 24,-1-1 20,-1-1 24,2 1 12,1 0 20,1 0 8,1 1-8,2-1-20,0 0-28,2 0-4,0 1-8,1-1-4,1-1-4,0 1 8,0-1 40,2 1 16,0 1 0,0 0 0,1-1 4,0 0-24,1 0-32,-1 0-16,2 0 20,-1-1 36,1 0 36,1 1 20,0-1-4,0 1 12,0-2-32,0 0-44,1-1-40,-2-1-32,1-1 0,0 1 0,0-1-12,0 0 0,1-1 12,0 0 20,0 1-4,0-1-8,1 1 0,0 0 4,1 1-12,0 0-12,0 0 0,1 1-8,-1 0 0,0 0 4,2 1 8,0-1 0,1 0 8,0 0 0,1 0 8,-1-1-12,1 0-12,1 1 12,0 0-8,0 1-96,1 1 40,0 0 28,1 1 12,0 0-4,0 0 8,1 1 108,1 0-44,1 0-12,-1 1-12,1 1-16,0 1-20,0 0 8,0 1 0,-1 0 4,1 0 4,0 0 4,-1 0 0,2 0-4,-1-1 0,1 1-12,2 0 0,-1 1-16,-1 0 16,1 0 0,0 2 12,-1 0-8,-1 0-12,0 1 24,-1-1 0,0 2 0,-2 0-108,1 1 60,-1 0 44,1 1-12,1 2 8,0 0 0,3 1 92,1 1-40,0 0-12,1 2-12,1-1-12,0 1-8,0 1 4,1 1 0,-1-1-16,0 2-4,0 1 12,-1 1 4,2 1 4,-1 1 0,-1 0 0,1 1-8,-1 1 8,0-1-4,-1 0 4,0-1 0,-2 0 0,1 0 0,-2-1-4,0-2 0,-1 0 0,-1 0-4,0-2 8,-2 0 12,0 0 0,0-2-12,-1 1 8,0-1 0,-1 1-4,-1-1 8,-1 0-12,0 0 16,0-1-12,-1 0-8,-1 0 16,1-2-12,0 1 4,0-2 0,0 0 4,-1-1-4,1-1 4,0 0 12,0 1-4,0 0-8,-1 0 4,0 0-4,1 0 8,0 0-8,1-1 4,0 0 0,-1 0 0,1-1 4,-2 0-16,0-1 0,0-1 12,-1 0-16,-1-1 0,-2-2 0,-1 0 0,0-2-16,-2-2 4,1-1 4,-1 0 0,1-1 8,0-2 4,0 1 12,1-2-12,0 0-4,1 0 0,-1-1-20,1 1 4,1-1 0,1 1-4,0 0 8,0-1-4,1 1 4,0 0 4,0 0 4,1 0 0,1 0-4,0 0 8,1 0-4,0 1 4,1-1 0,0 0 8,1 0 0,-1 0 4,1 0-4,1 1 4,-1 0-8,1 1-4,-1 1 0,0 0-8,1 1-104,-1 0 52,1 1 28,0 1 12,-1 0 24,0 1-4,0 1 104,1 0-60,1 0-44,0 0 0,0 0-40,1-1 16,0 1 4,0-1 16,1-1 12,1 0-4,0 0 16,1 0-4,0 0-8,1-1 20,0 1-24,1 0-4,0-1-4,0 1 0,0 0 4,0 0-24,-1 0 16,1 1 8,-1 0 0,0 1-8,1 0 4,-1 0-4,0 1-4,-2 1 8,1 0-4,-1 0-4,-1 2-28,1 0 24,0 1 100,0 1-56,0 1-12,1 0-8,0 1 20,1 1-12,0 2-104,0 0 48,1 3 16,1 2 16,1 1 4,0 2 0,1 2 20,0 1-16,0 1 4,0 2 0,1 2 8,-1 0-8,0 0-4,-1 0 12,-2 0 0,-1-1-4,-1-1-8,0-1 0,-2-2 4,-1-2-4,-1-1 4,0-1-4,-1-1 8,-1-2 12,0-1-4,-1 0 12,0-1-8,0 0 8,-1-1 0,0-1 0,-1 0-20,0-1 8,1 0-12,-1-1-4,-1-1 8,1 0 12,0 0 4,0-1 0,1 0 8,-1-1 0,0 0-4,0 1-4,-1-2 8,-1 0-8,-1-1-8,-3-2-4,-1-1-28,-1-2 12,-2-2 0,-1-1 0,-1-1-4,0-2 0,0 0 20,-1-1-20,0-1-16,1-1-8,1-1 4,0-1 0,2-1 4,0 1 8,1-1 8,1 2 0,1 0-4,1 2-8,0 0 4,2 1-12,1 1 0,1 0-12,1 1 24,1 1 4,1 0-4,1 0 0,2 0 16,0 0-4,0 1 0,2-1-12,0 0 12,1 1 4,1 1-12,0 0 4,0 1 4,1 0 0,0 1-4,0 0 4,0 2 4,1-1-4,-1 2-4,2 0 8,0 1-8,0-1 8,0 1 0,1 0 4,-1 0-12,1 0-4,-1 0 8,0 2-8,0 0 8,-1 0-20,1 0 20,0 1 4,1 2-4,1 0-4,1 1-4,1 2 12,0 0-4,0 1-4,2 1 4,0 1 4,0 1 8,1 1-4,-2 1-4,0 0 16,-2 2-8,0 1 4,0 1 0,-1 0-4,0 1 8,-1 1-16,0 0 0,0 0-12,-1 1 8,2 4-32,0 1 20,-1 1 8,-1-1 8,-2 0 0,0-2 0,-1 0 12,-2-1 4,0-2 8,-2 0-8,0-1-4,-1-1 0,-1 0-4,-1-2 0,-1-1-8,0-1 8,-1-2-4,1-1 4,-1-2-96,0 0 52,0-1 20,0-1 12,-1-1 8,1 0 4,-1-1 96,1 0-44,0 0-24,0-1-8,1 0-20,0-1 16,-1 0-20,0 0 8,1 0 4,0 0 4,-1-1-4,0 0-4,0 0-8,1-1 4,-2-1-8,1 0-16,-1-2 4,0-1-8,1-2 4,-1-1-8,0-1 4,1-3 8,-1-1-8,0-3 12,1 0-4,1-2 4,0 0-16,2-1 12,0 0-8,2 0-16,0 0-8,1 2-8,1-1 4,1 2 0,1 0 4,1 1 4,1 0 12,1 1 12,1 1 8,0-1-12,1 2 20,0 0-4,1 1 0,1 1-12,1 0-8,0 0 0,0 1-4,1 0 4,-1 1-12,1 0 12,0 1 4,-1 0 12,0 1 0,0 0-4,-1 1 12,0 0 0,0 2-4,1 1-24,-1 0 8,1 1 12,1 1 4,0 1-8,1 1 8,1 1 12,0 0 4,0 1-12,0 1 0,0 0-4,0 2-4,0 0 16,-1 1-12,0 2 4,-1 1 0,0 0 4,1 4 0,-1 1 0,0 2-8,-1-1 4,-3-1-4,-2 0 4,0-1-4,-2-1 4,-2 2 8,0 1 4,-2 1-4,0 1 0,-2 1 0,1 0 8,-2-1-8,0 0 4,-2 0 0,1-2-8,-1-1 4,-1 0 0,0-2-4,0 0 4,-1-1-8,0 0 16,0 1-12,0-1 0,0-2 0,0 0 0,1-2 4,-1 0 0,0-2-8,1-1 4,0-1 0,1-1 0,0 0 12,-1-2-4,1-1 8,-1 1 0,1-1 4,-1 1-4,0-1-20,1 0 4,-1 0 12,1 0-8,-1 0 0,1 0 12,0-1 4,1-1-12,-1 0-8,1-1-8,-2-2-8,0-2-4,-1-2 4,-1-2-4,0-1 0,1-2 0,-1-2 12,0 0 0,1-1-8,0-1 8,1 0-4,1-1 16,0-1-16,0 1-4,1 0 12,1 1-16,0 0 8,0 0-12,1 1 8,0 1-8,1-1-4,1 0-8,1 0-32,1-1-32,2-1-24,-1 0-4,2 0 0,0 1 12,0 1 32,1-1 24,0 2 28,0 2 8,1 0 4,0 1 4,-1 1-8,0 0 16,0 0-4,0 1 0,-1 1-4,1-1 0,-1 1 0,1 0-12,-1 1 12,1 0-8,0 1 12,-1 1-4,1 0 8,-1 1 4,1 1 8,0 1 4,-1 0-12,1 1 0,0 0-4,-1 1 0,0 0-16,-2 0 4,0 2 12,0 1 0,-1 0 0,-1 0 4,1 0 0,-1 0 0,1 0-8,0 1 4,0 0 8,1 1-8,0 1 8,0 0-4,0 2 8,-1 0 4,-1 2-8,1 0-8,0 0 0,0 2 0,0 1-4,-1 0 0,0 0 12,-1 1 8,1 0 8,-1 1-12,0 0 8,-1 0 0,0 1 8,-1 0-4,0 0 0,0 0 8,-1 0-12,-1 0-4,-1-1 0,0 1-8,-2 1-4,0-1-20,0 0 16,-1 1 156,0-1-64,0-1-40,0-1-12,-1-2 12,1 0-20,-1-2-148,1-2 60,0 1 36,-1-2 20,1 1 4,-1-1 8,1-1-4,0-1 8,0 0-4,-1-1-4,0 0 4,1 0-4,0-1 0,0 0 4,1 0-8,0 0 16,1-1 0,0 1-4,0-1 0,1-1-8,0 1 4,0-1-8,0-1 4,0 1 4,0-1-4,-1 0 0,-1-2 4,1 0-20,0-3-4,0-1-8,0-2 0,1-1 8,0-3-4,0-1 12,1-1 8,2-1 0,0-2 8,0 0-8,2-1-20,0-1 0,1 0-4,1-2 0,0 0 0,0 0 12,2-1 8,0 0 0,0 0 8,0 1-4,1 0 4,-1 1-4,0 2 0,1 1-4,-1 1 0,0 1 0,1 2 0,-1 0 0,0 1-4,0 0 8,-1 1-4,0 1-8,0 1 0,-1 0 0,1 2 8,-1 2 4,-1 1 0,1 0 44,0 1-20,0 1-8,0-1-16,1 1-12,0-1 4,0 0-40,-1 1 24,-1 0 12,0 1 0,0-1 32,0 1-20,-1 0 4,0 1-4,-1-1-8,0 1 0,0 0-24,1 0 16,-1 1-8,1 0 12,0 0 12,1 1-8,-1 1 0,2 0 4,-1 2 4,2 0 0,-1 1-4,1 2 4,0 0 0,1 2-4,-1 1-76,1 1 36,0 1 28,-1 1 4,0 0 16,0 2 4,-1 0 84,0 2-36,-1 0-24,-1 2-8,-1-1-8,0-1-4,-1-1 8,0-1-12,-2-1-4,-1-1 20,1-2-12,-2 0 8,0 0 4,0 0 8,-1 0 0,1-1-4,-1-1-8,0-1-4,1-1 4,-1-1 8,0-1-16,1-2 4,0 0 0,1 0-32,-1-1 12,1 0-8,0-1 12,0 0 8,1 0 8,-1 0 40,0 0 0,0-1 16,0 0 40,0 0 24,0 0 12,0-1 12,0 0-24,0-2-8,0 0-52,0-3-40,1-1-20,0-3-16,1-1-4,0-1-8,1-2-8,0-2 12,0 0-4,0-2 8,1-1-4,1-1-8,0 0 8,0-1-20,0 0 0,1 1 0,0 0 0,1 1 0,0 1 12,2-3 0,1 0 16,1 0-8,0 1 8,-1 1 0,1 2 0,-1 2 0,0 1-4,0 0 4,0 2-8,-1-1-4,0 1 0,-1 1 4,1 0 4,-1 0-4,0 1 8,-1 1 0,0 1-24,0-1 20,0 1 92,2 1-56,-1 0-20,0 1-4,-1 1 0,1 0-8,0-1-104,1 1 52,0 0 24,0 0 4,1 0 20,-2 1-4,0 0-8,-1 1 0,-1 1-4,-1 1 12,0 0 20,-1 0-8,-1 1 0,1 1 0,-1 0-4,0 0 0,0 1-4,0 0-4,1 0-20,-2 0 16,1 1 4,0-1-4,0 1-8,-1-1 12,1 0 28,-1 0 28,-1-1-20,1 0-8,0 0-16,-1 0-12,0 1 4,0-1-44,1 1 16,-1 0 4,0 0 20,0 1 12,0-1-16,-1 1-12,0-1-72,0 0-132,0 1-140,0 0-196,0 1-216,0 0-212,0 1-176,0 1-200,0 2-276,-1 1-2773,0 1 1981,-1-2 1532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0:53:05.121"/>
    </inkml:context>
    <inkml:brush xml:id="br0">
      <inkml:brushProperty name="width" value="0.05" units="cm"/>
      <inkml:brushProperty name="height" value="0.3" units="cm"/>
      <inkml:brushProperty name="color" value="#00A0D7"/>
      <inkml:brushProperty name="inkEffects" value="pencil"/>
    </inkml:brush>
  </inkml:definitions>
  <inkml:trace contextRef="#ctx0" brushRef="#br0">372 21 500,'0'0'760,"0"0"-164,0 1-148,0 0-100,0-1-60,0 1-40,0-1 4,0 0 20,1 0 12,-1 0 12,0-1-16,1 0-12,-1 0-20,1 0-48,0 0-32,0 0-39,0 0-17,0 0-12,1 0-12,-1 1-4,1-1 96,-1 1-88,1-1-16,-1 0 12,1 1 4,-1-1 20,0 1 20,1 0 24,-1-1 24,0 1 0,-1 0 0,1 0-12,0 0-16,0 0-20,-1 0-24,0 1-20,1-1-4,-1 0 8,0 0 4,0 0 12,0 0 28,0 0-8,0 0-8,0 0-20,0 0-16,0 0-20,-1 0-44,1 0 4,-1 0-12,1 0 4,1 0 4,-1 0-4,0 0-4,1 0 4,0 0 8,-1 0 4,1 0 0,-1 0 4,0 1 16,-1-1-4,1 0 12,0 0 8,0 0 16,0 0 4,0 0 104,0 0-84,1 0-8,-1 0 0,1 0-8,-1 0-8,0 0 0,0 0-16,0 0 4,0 0 0,0 0-8,0 0 8,0 0-8,0 0 16,0 0 4,0 0-12,0 0 20,0 0 4,0 0 0,0 0-8,0 0-8,0 0-4,0 0-4,0 0-16,0 0-8,0 0-16,0 0-8,0 0-12,0 0-8,-1 0 0,1 0-4,-1 1-20,-1 0 16,0 1 4,-1 1 8,0 0 0,-2 2 0,-1 0 24,0 2-12,-1 0-4,0 1-12,-1 0 8,-1 0 12,0 1 8,-1 0-20,-1 0 8,0 1-4,-1 0 8,0 1-12,-1 0-12,0 0 4,0 2 8,-1 0 8,0 0-16,-1 1 8,0-1-8,0 1 20,1-1 0,0 0-4,2 1-8,-1-2 0,2 1 0,-1-1-4,1-1-8,0 0 8,1-2 12,1 1 4,1-2 4,1 0 4,0-1 4,2-1-4,0-1-8,1 0-12,1-1 0,1-1-4,0 0 4,0 0 8,1-1 0,0 0-12,0 0 0,0-1 8,2-1-4,-1 0 0,0 0 8,0 0 0,1 0 4,-1-1 8,0 1 8,0-1 4,1 1 16,0 0 4,0 0 0,0 0 0,0 0-12,0 0-8,-1 0-16,0 1-12,0-1 4,0 1-8,0-1 4,0 0-8,0 0 4,-1 1 8,2-1-12,0 1 12,-1 0-4,1 0 16,1 0 28,-1 0 28,0-1 20,1 1 28,-1-1 24,1 0 8,0 1-12,0-1-12,1 1-28,-1 0-20,1-1-8,0 1-12,0 0-12,1 0 0,0 0-4,0 0-12,1 0-12,-1 0 12,2 0 16,1 0 20,0 1 20,1-1 4,2 0 0,-1 0-8,2 0-20,0 0-16,3 0 48,2 0-56,1 0 4,0-1-4,1 0-4,0 0-16,0-1-16,0-1 4,0 1 0,0 0-16,0 0 20,1-1-8,-1 1 12,1 0-12,-1 0 24,0 0 20,-1 0-12,0 0 8,0 1-4,-1 0 8,-1 1-20,0 0-4,-1 0 4,0 2-8,-1-1 8,0 1-8,-2 0-12,0 0 0,-1 0-4,-1 0 0,-2-1-16,0 1 0,-1-1 17,-1 0-17,-1 0 0,0 0-4,-2 0 4,0 0-8,0-1 8,-1-1-5,-1 1 5,0 0 5,1-1 7,-1 0 0,-1 1-8,1-1 8,0 0-8,1 0 8,-1 0-12,0-1 4,1 1 24,-1 1 0,-1-1 24,0 0 8,1 1 28,-1-1 48,1-1-32,-1 0 12,2 1-12,-1-1-12,1 0-28,0 1-32,0-1 12,0 1-12,0 0-4,0 0-8,-1 0 8,1-1-8,-1 0 0,0 1-4,-1-1 16,1 1-12,-1 1-4,0-1-16,1 1 0,-2-1 4,1 0-8,0-1-8,-1 1 0,0-2 12,0 1 0,-1 0-4,0 0-4,0-1 4,0 1 4,0 0 4,0 0-4,0-1 0,0 1 8,0-1 4,0-1-8,0 1-4,-1-1 4,1-1 4,0 0-8,0 0-8,1-1 8,0-1 0,0 1-8,0-1-8,-1-1 8,1 1-4,-1-1-4,0-1 0,0 1 8,0-1 4,-1 1 0,1-1 4,-1 0-4,0-1 12,0 0-4,1 1 0,-1-1 32,-1 1-24,1 0 0,0 0-12,0 0 4,-1 1-8,0 0-28,1 0 12,-1 0 16,0-1 0,1 0-8,-1 1 16,1-1-8,-1 0 0,0 1-4,0 0 0,0 0 4,0 1 0,0-1 4,0 1-4,1-1-4,-1 0 4,1 0-12,0 0 4,0 0-4,-1 0 8,0 0 4,1 1 0,-1 0 0,1 1-8,-1 0 4,0 1 0,1 0 16,-1 0 20,1 1-16,0-1 0,0 1-4,1 0-12,0 1-12,0-1-16,1 1 20,0 1 0,1-1 12,-1 0 4,1 1-8,0-1 0,0 0 4,0 1 8,-1-1-12,0 1 0,1-1 8,-1 0-4,1 1-4,0-1 0,0 1 4,-1 0 0,1 0-4,0 0 8,0 0-4,0 0 0,1 0-8,-1 0 8,1 0 0,-1 0-20,1 0 12,0 0 4,0 1 12,-1-1-20,1 1 12,-1 0 16,0-1-8,0 1 4,0-1-12,0 0 12,1 0-20,0 0 4,0 0 4,0 1-16,0-1 16,0 0-8,0 0 4,0 0 0,0 1 4,0 0 0,-1-1-4,1 1-4,0-1 20,-1 1-4,1-1-8,0-1 8,-1 1-8,0 0 12,0 0-8,1-1-16,0 1 8,-1 1-4,1-1 12,-1 1-4,1 0 0,0 0 20,-1 0-16,1 0-4,0 0-8,0-1 0,0 1-4,0-1-8,1 0 8,-1 1 4,0 0 4,0-1 8,0 1 4,0 1-8,0-1 4,0 0 0,0 0 8,0 0-24,0 0 8,0 0 0,0 0-4,0 0-4,0 0 12,1-1-4,-1 1-8,0 0-116,1 0 60,-1 0 28,1 1 12,0-1 12,-1 1 20,1 0 116,-1 0-60,1 0-20,-1 0-16,1 0-12,0 0 4,-1 1-4,1-1-4,-1 0-8,1 0 0,-1 0-4,1 0 0,0 0 4,0-1 0,0 1 0,-1-1 0,0 1 0,1 0-8,-1-1 0,0 1 4,1 0-4,0 0-8,0 1 4,0-1-72,0 1-104,0 0-152,0 0-141,0 0-199,0 0-220,0 0-204,0 0-232,1 0-348,0 1-712,1-1-421,-2-1-99,1 0 620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1:07:36.220"/>
    </inkml:context>
    <inkml:brush xml:id="br0">
      <inkml:brushProperty name="width" value="0.2" units="cm"/>
      <inkml:brushProperty name="height" value="1.2" units="cm"/>
      <inkml:brushProperty name="inkEffects" value="pencil"/>
    </inkml:brush>
  </inkml:definitions>
  <inkml:trace contextRef="#ctx0" brushRef="#br0">146 1 1708,'-2'0'2280,"-4"0"-531,-1 0-609,-3 0-440,-2 0-228,1 0-156,-1 0-92,1 0-20,0 0-12,1 0-32,1 0-8,0 0-4,2 0-12,0-1-12,1 1-16,2 0-4,0 0-12,1 0-8,1 1-20,1-1-20,0 0-4,1 0-4,0 1-12,0-1 4,1 1 56,1 0 40,0 1 4,2 0 20,1 1 60,1 1 12,2 1-28,0 0-16,3 1 16,0 1 4,2 1-16,2 0 44,1 1 40,2 1 24,1 0 0,2 2-24,2 0-16,1 1-64,2 0-52,5 4 44,4 1-112,0 1-16,0 0 20,0 0 40,-1-1 32,1 0 20,0 0 0,1 1 44,-1 0 20,2 1-16,0 1 0,0 1 36,1 0 28,1 1 1,-1 1-57,1 0-12,0 0-4,0 1-20,0 1 12,0 0 0,-1 1 20,0 1 32,-1 1 0,0 1-16,0 1-32,-1 1-36,-1 1-36,-1 0-52,0 1-28,-2 1-20,0 1-20,-3 1 0,3 7 28,-1 4-12,-3 0-8,-3-1 8,-4-2 4,-3-2 0,-3-1 4,-3-1 36,-2-1 12,-1 1 32,-2-1 16,-2 0 16,-2 1 12,-2 1-4,-1-1 4,-2 1-16,0 1 8,-2-1-4,0 1 8,-1 1-20,-2-1-20,0 0-20,-1 0-16,0 0-8,-1 0-16,0-1 4,-1 1 0,1-1 4,-2 0 4,0-1-20,-1 1-8,-1-1-12,0 1-12,-2 6 16,-1 2-24,0-1 0,2-1 0,0-3 0,2-3-8,0-1 0,1-3 12,0 0 8,0-1 4,0-2 12,0 1-4,0-2 8,0 0-12,1 0-4,-1 0 12,1-2-28,0 0 4,-1-1 4,1 0 0,1-2 0,-1 0-8,1-1 16,-1 0-8,0 0-4,1-1-4,0-1 0,1 0 4,0-1 4,0 0 4,1-2 0,0 0 4,1-1-8,1 0 0,0-1 8,0-1 4,0-1-8,1-1 4,0 0 8,1-1 0,-1-1 8,2 0 4,-1-1 8,1-1-4,-1 0 0,1-1 0,-1 0-8,1-2-12,-1 1 4,1-2 0,-1 0 4,1-1 0,-1-2 4,1 1 0,-1-2 0,1 0-8,1-2-4,-1 0-4,2 0-4,-2-1-8,1-1 0,-1 0-4,1-1 4,-1 0-4,2 0 4,-1-1 4,1 1-12,0-1-36,0 0-24,-1 0-52,1-1-80,-1 1-144,0-2-60,-2 1-280,0-2-444,-1-2-508,-2 0-577,-1-3-819,-2-1-712,-2-2-104,-2-2 247,0 2 1721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1:07:36.221"/>
    </inkml:context>
    <inkml:brush xml:id="br0">
      <inkml:brushProperty name="width" value="0.15875" units="cm"/>
      <inkml:brushProperty name="height" value="0.15875" units="cm"/>
      <inkml:brushProperty name="color" value="#00A0D7"/>
      <inkml:brushProperty name="inkEffects" value="pencil"/>
    </inkml:brush>
  </inkml:definitions>
  <inkml:trace contextRef="#ctx0" brushRef="#br0">362 190 668,'0'0'1104,"0"1"-820,0-1-96,1 1-68,-1-1-40,1 1-28,-1 0-16,0-1 80,0 0-32,0 0 24,0 1 28,0-1 48,0 0 32,0-1 24,0 1 24,0 0-8,0 0-4,0 0-40,-1 0-28,1 0-32,0 0-44,-1 0 0,1 0-12,0 0-16,0 0-20,0 0-4,0 0 13,0 0-21,0 0-8,0 0 8,0 0 16,0 0 8,0 0 12,0 0 0,0 0 16,0 0 0,0 0 8,0 0-12,0 0 0,-1 0 4,1 0-8,-1 0 8,0 0-20,1 0 0,-1 0-4,1 0-12,0 0 0,0 0-16,0-1-4,0 0-4,0 0-8,0 0 0,0 0-8,0-1-4,0 1-4,-1-1 0,1 0 4,1 0-4,0-1 0,0 0 4,1 1 0,0-1-8,1 0 0,-1 0-8,1-1 8,0 1-4,1-1 4,0 1-4,2-1 4,0 0 4,0-1-8,2 0 0,1-1-4,0 0 4,0 1 160,0-1-80,0 1-48,1 0-12,0-1-12,0 1 0,2-1-168,-1 0 108,1 1 24,0-1 12,-1 0 8,1 1 4,0 0 4,1 0-20,-1 0 12,0 1 12,0 0-4,1 0 0,0 0-4,1 0-4,0 1-4,1-1 0,0 2 4,0-1 16,0 1-20,0 0 4,-1 1 8,0 0 8,0 1-4,0 0-12,0 0 20,0 1-4,-1-1-8,0 1 0,0 0-8,0-1 0,-1 1 8,-1 0-4,1 0 8,-1 1-4,1 0-4,-2 0 0,1 1 8,0-1 0,-1 1-4,0 0-8,0 1 20,-2-1-8,1 1 0,-1 0-4,-1 0-8,-2 0 12,0 1-4,-1-1-8,0 1 0,0-1 4,0 0-64,0 0 36,-1 1 56,0 0 4,0 0 20,-1 0 64,-1 0-12,0 0-20,-1 0 0,-1 1-28,-1-1-4,1 0-8,-1 1-20,-1-1 4,1 1-16,-1 1 8,-1 0 4,0 0 4,-1 1-8,-1 0-8,0 0 4,-1 1 0,0-1 8,-1 1 0,0 0 12,0 1 12,0-1-8,-1 0 16,0 1 0,0 0 8,0 0-8,0 0-4,0 0-28,0 0 4,0 0-12,-2 0 12,-2 1-16,0 0 32,0-1 4,1 0-8,-1-2-4,1 1 0,-2-1 16,1 0-12,-1 0 8,-2 0 0,1-1 4,-1 0 0,-1-1-8,1 0-8,-1 0-8,1-1-12,0 0-4,1-1-4,0 1-4,0-1-8,1 0 0,0-1-4,0 1 0,-1 0 0,1 0 4,0-1 4,-1 0-4,0 0-20,0-1 8,0-1 12,0 1 0,0-2 4,1 1 0,0-1 24,0-1-8,2 1-12,0-1-12,0 0 4,0 0 4,1 0-8,1 0 4,0 0 0,1 0 0,1-1-4,1 1 4,0 1 4,1-1-4,1 0 4,0 0 8,1 1 4,0-1 8,0 1-16,1-1-4,0 1-12,0-1-8,1 0 4,0 0-20,0 0 12,0 0 16,-1 0 4,1 0 4,1 0-4,0 0 0,0 1-4,0-2 0,1 1-4,0 0 4,1-1-4,0 0 12,1-1-8,0 0 4,2 0 0,0-1 0,2 0-8,1 0 0,0-1 12,2 0-4,0 0-4,1 0-4,1-1 4,2 1 4,0-1-16,3 0 0,0-1 12,2 1 4,0-1 0,2 0-16,0 1 16,2-1 4,1 1-4,0 0-12,1 1 4,0-1 8,1 1-4,0 0 8,-1 0 4,1 1 4,-1 1 4,-1 0-12,-2 1 8,0 0-12,-2 1 0,-1 0 0,-1 1-4,-1 0 12,-1 1 0,0 0-8,-1 1 4,-1 0-4,0 2 0,0-1 0,-2 1-4,0 1 4,-1 0-8,-1 0 4,0 1 0,-2 0 0,1 0-12,-2 0 8,0 0 8,0 1 0,-1 0 8,-1 0 0,0 0 20,-2 0-20,0 1 0,-1-1-4,-1 0 0,0 1-4,0-1 12,0 1 0,1-1-4,1 0 0,-1 1-4,1-1 4,-1 0-4,0 0-8,-1 0 12,0 0-4,0-1-4,-2 1 0,0-1 0,-1 0 4,-1 0 0,-1 0 8,-2 0 0,-1 1 24,-1-1 40,-2 0 24,0 1 20,-1-1 12,-1 0-8,-1 0-12,0 1-16,-2-1-20,-1 0-20,0 1-16,-2 0 8,0-1-8,-2 1-20,1-1 0,-1 0 8,1 1 12,-1-1-8,0 0 0,1 0 0,0 0 0,-1 0-8,1 0-12,-1 0-4,1 0-4,1-1 4,0 0-4,0 0-4,1-1 4,0 1 4,1-2-4,0 1-8,-2 0 16,-1-1-8,0 0-8,1 0 16,2-1 0,0-1-8,3 0-4,0 0 4,1 0-4,0-1-8,1-1 4,0 1 120,1-1-52,0 1-32,1-1-12,1 0-16,0 1-8,1-1-112,0 0 44,1 0 56,1 0 12,0 0 4,0-1 4,1 0-4,0 0 0,1 0-12,-1-1 0,2 1 8,-1 0-4,0 0 0,1 0-8,0-1 8,0 1-4,2-1 0,0 0 20,1 0 4,0-1-8,2 1 0,0-1-4,0 1 4,1-1-32,0 1 0,0 0 8,1 0-20,1 0 20,0 0-4,1 0 12,2 0 4,0 0 4,2-1 20,1 1-8,1-1 0,1 1-12,1-1 0,1 0 20,2 1-16,0-1 0,2 0 0,1 0-4,1 1-4,0-1-12,2 1 16,1-1-12,0 1 12,1-1-4,0 1 4,1 0-4,1 0 4,0 0 0,0 1 8,0 1 20,-1 0-12,-2 0 0,-1 1-8,-1 1 8,-2 0-8,-2 0-16,-1 2 8,-1-1 4,-1 2-8,-1-1 0,-1 1 8,-1 1 0,-1 0-4,0 0 4,-2 1 4,-1-1 0,-1 1 4,-1 0-4,-1 0 16,0 0-8,-2 0-4,0 1 4,-2 0-8,0 0-8,-1 0 4,-1-1 12,0 1 4,0 0-8,0 0-8,0 0 0,-1 0 0,-1 0-4,0 0 0,0 0 0,-1 0 4,-1 1 8,0-1-4,0 1 0,-1-1-4,-1 1 0,1 0 16,-1-1 0,-1 1-4,-1-1-4,0 1 0,-1-1 4,-1 1-8,0-1-8,0 0 8,-2 0 0,0 0-4,-1-1 4,0 0-4,-1 0 8,-3 0 0,-2 1 0,0 0-4,0-1 4,1 0 4,1 0-8,1-1 0,0 0-4,0 0 4,1 0-8,-1 0 8,1 0-8,-1 0 12,0 0 0,0 0 4,0 0 0,1 0-12,0-1 4,1 1-8,0-1 4,0 0-4,2 0 8,0 0 8,0-1-4,0 0 8,0 0-4,1 0-4,0-1-4,0 1-8,0 0 0,-1-1-4,0 0-4,0 1 4,0-1 4,1-1 20,-1 1-4,0 0-12,1 0 0,0-1 0,-1 1-4,2 0-20,-1 0 24,1 0 0,1 0 4,1 0-4,0 0-4,1 0-4,1-1 0,1 0-4,1 0 28,1 0-4,2 0 0,2 0 0,0-1-20,0 1 0,-1-1-28,1 0 8,-1 0 4,1 0 12,-1 0 8,1 0 0,0-1 0,1 0 4,1 0-16,1 0 8,0 0-12,1-1 16,1 0-8,1 0 8,0-1 4,1 1 20,1-2-16,1 1-4,1-2 4,1 1-20,0-1 0,1 0-8,1 0 16,0 0 8,1 0 0,2-1 12,1 1 0,0-1-12,2 0-12,0 0 0,1 0 12,0 0-8,1 0-8,0 0 8,1-1 0,1 1 8,1-1-20,1 1 16,0-1 0,1 1 8,0 1 0,1-1-4,0 0 4,0 1 4,-1 0 4,1 1-8,-1 0 0,-2 1 12,0 0-12,-1 1-4,-3 1-4,-2 1 4,-2 0 0,-2 2-8,0-1 8,-1 2 8,0-1-8,-1 2 0,0-1 8,-1 2-8,-2 0 16,0-1-4,-2 2-4,-1-1 0,-1 0-12,0 1 0,-1 0-4,-1 0 12,-1 0-8,0 1 0,1 0 4,-1 1 8,0-1-12,0 1-4,0 0 8,0 0 8,0 1-20,0 0-24,0 0 28,-1 1-4,0-1 4,0 1 4,-1-1 52,0 1 4,0-1-24,-1 0 8,0-1-16,-1 1-8,-1-1-28,0 1 12,-1-2 4,0 1-4,-2 0 4,0-1 0,-2 0 0,0 0 0,-1 0 0,-3 0 0,0 0 0,-2 0 0,-3 1 24,-2-1-24,0 1 4,0-2-4,1 1 8,-1-1-4,1 0 4,0-1 4,-1 1 0,2 0 12,-1 0-4,0 0-20,0 1 4,0-1 0,0 1 0,0-1-20,-1 1 4,1-1 8,0 0 4,0 0 4,1 0 8,-1 1 0,1-2-4,-1 1 0,0 0 0,0-1 0,0 0 4,2 0-8,0-1 8,0 0 8,1 0-20,1 0 12,0-1-8,0 0 0,1-1 0,0 1-4,1-1 4,-1 1-8,0-1 0,1 0 0,0-1 8,1 1-4,-1-1-8,1 1 8,1-1 0,0 0 0,0 0-8,0 0 8,1-1-4,0 1 0,2-1 0,1 0-4,1 0 0,1 0 4,1 0 4,1-1-4,0 1 0,2-1 4,-1 0 0,2 0 0,-1 0-8,1-1 0,1 0 8,0 0-4,0-1 4,0 0-8,1 0-4,1 0 12,0 0-12,0-1 12,1 0-4,2 0 4,0 0 0,1-1 4,1 0-4,1 1 0,1-1-8,1 1 0,1-1 8,1 0 0,2 1 0,0-1-12,1 0 0,1 1 8,1-1 0,0 1 0,4-1 0,2 0 8,0 0 0,0 1 0,-1 0 0,-1 0-8,-1 1 4,-1 0-20,-1 0 0,1 1 12,-1 0 4,0 0 20,0 1-4,0 0 8,-1 1 0,1 0-36,-1 1 0,-1 0-12,1 0 16,-1 1 0,0 0 8,-1 1 24,0 0-16,-2 0 0,0-1-4,-1 1 8,-1 0-4,0 1 4,-2-1 0,-1 1-4,-1 0-4,0 0 0,-2 0 0,0 0-4,-1 1 12,0 0 0,-1 0 8,0 0-8,-1 1 8,-1 0-24,0-1 12,-1 1-8,0 1 16,-2-1-8,0 1-4,0 0 24,-1-1-24,-1 0 0,0 0-8,0 1 4,-2-1 4,-1 0 4,-1 1 12,-1-1 0,-1 1 0,-1-1 4,0 1-8,-1 0 0,0-1-8,0 1 4,-2 0 0,0 0 4,-1 1-4,-1-1 8,0 1 12,-1-1 8,0 1 12,-2 0 8,0-1 0,0 1 12,0 0-12,-1 0-4,1-1-20,-1 0 8,1 0-8,-1-1-4,1 1 4,0-1-16,0 1 16,0 0-12,1-1-20,0 1 4,-1 0 4,1 0 4,0-1 8,-1 1 0,1-1 8,0 1-12,-1-1 0,1 0-12,0 0 4,0 0-12,1 0 4,0 0-12,-1-1 8,2 0-4,-1 1 0,1-1 0,1 0 8,0-1 20,0 1-12,1-1-12,1 0 4,0 0 0,1-1-4,0 0 0,1 0-4,0 0 20,1-1-4,0 0-4,1 0-4,0 0 4,0 0 4,0-1 0,2 0-4,0 0-24,1 0 8,1 0 4,1-1 28,-1 0-20,1-1-4,0 0 32,0 0-12,0-1-16,0 0-32,0-1 24,0 0 0,1-1-12,-1 0-4,1 0 16,0-1-4,0 0-40,0 0 28,1-1 12,1-1 12,-1 0 0,1 0 0,-1-1 28,1 0-24,0 0 4,1 1-16,1-2 0,0 1 4,1 0 0,0 0-4,0 0-4,2 2 12,-1 0-4,2 0 8,0 1-4,1 0 0,2 0-20,0 1-8,1-1 8,0 0-4,2 1 8,1-1 0,1 1 16,0 0-4,2 0-4,0 0 4,1 0 16,1 0-8,1 0-4,1 0 4,1 0-4,0 1 0,1 1-20,0-1 4,0 1 8,0 1 4,-1 0 4,-1 0 0,0 1-4,0 1 8,-1 0 0,0 1 0,0 0-4,0 0 0,0 1 4,-1 0 12,0 1-4,0 0-8,-1 0 8,1 0-12,-2 0 0,1 1-4,-2-1 16,0 1-8,0 0 0,-1 0 0,-1 0-4,0 1 0,-1 1-8,0-1 0,-1 1 12,-1 0 4,0 1 4,-2-1-4,0 1 8,-1 0-4,-1 0-8,-2 1-4,0-1-8,-1 2-4,-2 0 16,0 1 0,-2-1 8,-1 1 4,-2 0-8,-1-1 12,-1 0-8,-1-1-4,-2 0-4,-1-1 12,-1 1 0,0-1 0,-2 0 0,-2 0 4,0-1 12,0 0 52,-2 1 32,0-1 32,0-1 24,0 1-8,0-1-4,-1 1-48,0 0 28,-2 1-64,1-2-36,-1 1-20,1-2 0,-1 1 4,0-1-80,0 0 28,-1 1 32,1-1 0,-1 1-4,-1 0-12,1 0-12,-1-1 20,1 1-8,-1 0 0,1 0 4,0-1 0,0 0 28,1 0-20,-1 0-4,1 0 4,0-1-8,0 0 20,1 0-24,1 0 0,0-1 12,2 0 0,0 0 12,3 0-12,-1-1-28,1 0-20,2 0-76,2 0-108,2-1-120,2 0-124,2 0-124,1-1-112,2 0-80,1 0-44,3-1-52,1 1-100,2-1-172,1 0-345,2 1-455,0-1-156,-2 0 1140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1:07:36.222"/>
    </inkml:context>
    <inkml:brush xml:id="br0">
      <inkml:brushProperty name="width" value="0.2" units="cm"/>
      <inkml:brushProperty name="height" value="1.2" units="cm"/>
      <inkml:brushProperty name="inkEffects" value="pencil"/>
    </inkml:brush>
  </inkml:definitions>
  <inkml:trace contextRef="#ctx0" brushRef="#br0">146 1 1708,'-2'0'2280,"-4"0"-531,-1 0-609,-3 0-440,-2 0-228,1 0-156,-1 0-92,1 0-20,0 0-12,1 0-32,1 0-8,0 0-4,2 0-12,0-1-12,1 1-16,2 0-4,0 0-12,1 0-8,1 1-20,1-1-20,0 0-4,1 0-4,0 1-12,0-1 4,1 1 56,1 0 40,0 1 4,2 0 20,1 1 60,1 1 12,2 1-28,0 0-16,3 1 16,0 1 4,2 1-16,2 0 44,1 1 40,2 1 24,1 0 0,2 2-24,2 0-16,1 1-64,2 0-52,5 4 44,4 1-112,0 1-16,0 0 20,0 0 40,-1-1 32,1 0 20,0 0 0,1 1 44,-1 0 20,2 1-16,0 1 0,0 1 36,1 0 28,1 1 1,-1 1-57,1 0-12,0 0-4,0 1-20,0 1 12,0 0 0,-1 1 20,0 1 32,-1 1 0,0 1-16,0 1-32,-1 1-36,-1 1-36,-1 0-52,0 1-28,-2 1-20,0 1-20,-3 1 0,3 7 28,-1 4-12,-3 0-8,-3-1 8,-4-2 4,-3-2 0,-3-1 4,-3-1 36,-2-1 12,-1 1 32,-2-1 16,-2 0 16,-2 1 12,-2 1-4,-1-1 4,-2 1-16,0 1 8,-2-1-4,0 1 8,-1 1-20,-2-1-20,0 0-20,-1 0-16,0 0-8,-1 0-16,0-1 4,-1 1 0,1-1 4,-2 0 4,0-1-20,-1 1-8,-1-1-12,0 1-12,-2 6 16,-1 2-24,0-1 0,2-1 0,0-3 0,2-3-8,0-1 0,1-3 12,0 0 8,0-1 4,0-2 12,0 1-4,0-2 8,0 0-12,1 0-4,-1 0 12,1-2-28,0 0 4,-1-1 4,1 0 0,1-2 0,-1 0-8,1-1 16,-1 0-8,0 0-4,1-1-4,0-1 0,1 0 4,0-1 4,0 0 4,1-2 0,0 0 4,1-1-8,1 0 0,0-1 8,0-1 4,0-1-8,1-1 4,0 0 8,1-1 0,-1-1 8,2 0 4,-1-1 8,1-1-4,-1 0 0,1-1 0,-1 0-8,1-2-12,-1 1 4,1-2 0,-1 0 4,1-1 0,-1-2 4,1 1 0,-1-2 0,1 0-8,1-2-4,-1 0-4,2 0-4,-2-1-8,1-1 0,-1 0-4,1-1 4,-1 0-4,2 0 4,-1-1 4,1 1-12,0-1-36,0 0-24,-1 0-52,1-1-80,-1 1-144,0-2-60,-2 1-280,0-2-444,-1-2-508,-2 0-577,-1-3-819,-2-1-712,-2-2-104,-2-2 247,0 2 1721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1:07:36.223"/>
    </inkml:context>
    <inkml:brush xml:id="br0">
      <inkml:brushProperty name="width" value="0.15875" units="cm"/>
      <inkml:brushProperty name="height" value="0.15875" units="cm"/>
      <inkml:brushProperty name="color" value="#00A0D7"/>
      <inkml:brushProperty name="inkEffects" value="pencil"/>
    </inkml:brush>
  </inkml:definitions>
  <inkml:trace contextRef="#ctx0" brushRef="#br0">362 190 668,'0'0'1104,"0"1"-820,0-1-96,1 1-68,-1-1-40,1 1-28,-1 0-16,0-1 80,0 0-32,0 0 24,0 1 28,0-1 48,0 0 32,0-1 24,0 1 24,0 0-8,0 0-4,0 0-40,-1 0-28,1 0-32,0 0-44,-1 0 0,1 0-12,0 0-16,0 0-20,0 0-4,0 0 13,0 0-21,0 0-8,0 0 8,0 0 16,0 0 8,0 0 12,0 0 0,0 0 16,0 0 0,0 0 8,0 0-12,0 0 0,-1 0 4,1 0-8,-1 0 8,0 0-20,1 0 0,-1 0-4,1 0-12,0 0 0,0 0-16,0-1-4,0 0-4,0 0-8,0 0 0,0 0-8,0-1-4,0 1-4,-1-1 0,1 0 4,1 0-4,0-1 0,0 0 4,1 1 0,0-1-8,1 0 0,-1 0-8,1-1 8,0 1-4,1-1 4,0 1-4,2-1 4,0 0 4,0-1-8,2 0 0,1-1-4,0 0 4,0 1 160,0-1-80,0 1-48,1 0-12,0-1-12,0 1 0,2-1-168,-1 0 108,1 1 24,0-1 12,-1 0 8,1 1 4,0 0 4,1 0-20,-1 0 12,0 1 12,0 0-4,1 0 0,0 0-4,1 0-4,0 1-4,1-1 0,0 2 4,0-1 16,0 1-20,0 0 4,-1 1 8,0 0 8,0 1-4,0 0-12,0 0 20,0 1-4,-1-1-8,0 1 0,0 0-8,0-1 0,-1 1 8,-1 0-4,1 0 8,-1 1-4,1 0-4,-2 0 0,1 1 8,0-1 0,-1 1-4,0 0-8,-1 1 20,0-1-8,0 1 0,-1 0-4,-1 0-8,-2 0 12,0 1-4,-1-1-8,0 1 0,0-1 4,0 0-64,0 0 36,-1 1 56,0 0 4,0 0 20,-1 0 64,-1 0-12,0 0-20,-1 0 0,-1 1-28,-1-1-4,1 0-8,-1 1-20,-1-1 4,1 1-16,-1 1 8,-1 0 4,0 0 4,-1 1-8,-1 0-8,0 0 4,-1 1 0,0-1 8,-1 1 0,0 0 12,0 1 12,0-1-8,-1 0 16,0 1 0,0 0 8,0 0-8,0 0-4,0 0-28,0 0 4,0 0-12,-2 0 12,-2 1-16,0 0 32,0-1 4,1 0-8,-1-2-4,1 1 0,-2-1 16,1 0-12,-1 0 8,-2 0 0,1-1 4,-1 0 0,-1-1-8,1 0-8,-1 0-8,1-1-12,0 0-4,1-1-4,0 1-4,0-1-8,1 0 0,0-1-4,0 1 0,-1 0 0,1 0 4,0-1 4,-1 0-4,0 0-20,0-1 8,0-1 12,0 1 0,0-2 4,1 1 0,0-1 24,0-1-8,2 1-12,0-1-12,0 0 4,0 0 4,1 0-8,1 0 4,0 0 0,1 0 0,1-1-4,1 1 4,0 1 4,1-1-4,1 0 4,0 0 8,1 1 4,0-1 8,0 1-16,1-1-4,0 1-12,0-1-8,1 0 4,0 0-20,0 0 12,0 0 16,-1 0 4,1 0 4,1 0-4,0 0 0,0 1-4,0-2 0,1 1-4,0 0 4,1-1-4,0 0 12,1-1-8,0 0 4,2 0 0,0-1 0,2 0-8,1 0 0,0-1 12,2 0-4,0 0-4,1 0-4,1-1 4,2 1 4,0-1-16,3 0 0,0-1 12,2 1 4,0-1 0,2 0-16,0 1 16,2-1 4,1 1-4,0 0-12,1 1 4,0-1 8,1 1-4,0 0 8,-1 0 4,1 1 4,-1 1 4,-1 0-12,-2 1 8,0 0-12,-2 1 0,-1 0 0,-1 1-4,-1 0 12,-1 1 0,0 0-8,-1 1 4,-1 0-4,0 2 0,0-1 0,-2 1-4,0 1 4,-1 0-8,-1 0 4,0 1 0,-2 0 0,1 0-12,-2 0 8,0 0 8,0 1 0,-1 0 8,-1 0 0,0 0 20,-2 0-20,0 1 0,-1-1-4,-1 0 0,0 1-4,0-1 12,0 1 0,1-1-4,1 0 0,-1 1-4,1-1 4,-1 0-4,0 0-8,-1 0 12,0 0-4,0-1-4,-2 1 0,0-1 0,-1 0 4,-1 0 0,-1 0 8,-2 0 0,-1 1 24,-1-1 40,-2 0 24,0 1 20,-1-1 12,-1 0-8,-1 0-12,0 1-16,-2-1-20,-1 0-20,0 1-16,-2 0 8,0-1-8,-2 1-20,1-1 0,-1 0 8,1 1 12,-1-1-8,0 0 0,1 0 0,0 0 0,-1 0-8,1 0-12,-1 0-4,1 0-4,1-1 4,0 0-4,0 0-4,1-1 4,0 1 4,1-2-4,0 1-8,-2 0 16,-1-1-8,0 0-8,1 0 16,2-1 0,0-1-8,3 0-4,0 0 4,1 0-4,0-1-8,1-1 4,0 1 120,1-1-52,0 1-32,1-1-12,1 0-16,0 1-8,1-1-112,0 0 44,1 0 56,1 0 12,0 0 4,0-1 4,1 0-4,0 0 0,1 0-12,-1-1 0,2 1 8,-1 0-4,0 0 0,1 0-8,0-1 8,0 1-4,2-1 0,0 0 20,1 0 4,0-1-8,2 1 0,0-1-4,0 1 4,1-1-32,0 1 0,0 0 8,1 0-20,1 0 20,0 0-4,1 0 12,2 0 4,0 0 4,2-1 20,1 1-8,1-1 0,1 1-12,1-1 0,1 0 20,2 1-16,0-1 0,2 0 0,1 0-4,1 1-4,0-1-12,2 1 16,1-1-12,0 1 12,1-1-4,0 1 4,1 0-4,1 0 4,0 0 0,0 1 8,0 1 20,-1 0-12,-2 0 0,-1 1-8,-1 1 8,-2 0-8,-2 0-16,-1 2 8,-1-1 4,-1 2-8,-1-1 0,-1 1 8,-1 1 0,-1 0-4,0 0 4,-2 1 4,-1-1 0,-1 1 4,-1 0-4,-1 0 16,0 0-8,-2 0-4,0 1 4,-2 0-8,0 0-8,-1 0 4,-1-1 12,0 1 4,0 0-8,0 0-8,0 0 0,-1 0 0,-1 0-4,0 0 0,0 0 0,-1 0 4,-1 1 8,0-1-4,0 1 0,-1-1-4,-1 1 0,1 0 16,-1-1 0,-1 1-4,-1-1-4,0 1 0,-1-1 4,-1 1-8,0-1-8,0 0 8,-2 0 0,0 0-4,-1-1 4,0 0-4,-1 0 8,-3 0 0,-2 1 0,0 0-4,0-1 4,1 0 4,1 0-8,1-1 0,0 0-4,0 0 4,1 0-8,-1 0 8,1 0-8,-1 0 12,0 0 0,0 0 4,0 0 0,1 0-12,0-1 4,1 1-8,0-1 4,0 0-4,2 0 8,0 0 8,0-1-4,0 0 8,0 0-4,1 0-4,0-1-4,0 1-8,0 0 0,-1-1-4,0 0-4,0 1 4,0-1 4,1-1 20,-1 1-4,0 0-12,1 0 0,0-1 0,-1 1-4,2 0-20,-1 0 24,1 0 0,1 0 4,1 0-4,0 0-4,1 0-4,1-1 0,1 0-4,1 0 28,1 0-4,2 0 0,2 0 0,0-1-20,0 1 0,-1-1-28,1 0 8,-1 0 4,1 0 12,-1 0 8,1 0 0,0-1 0,1 0 4,1 0-16,1 0 8,0 0-12,1-1 16,1 0-8,1 0 8,0-1 4,1 1 20,1-2-16,1 1-4,1-2 4,1 1-20,0-1 0,1 0-8,1 0 16,0 0 8,1 0 0,2-1 12,1 1 0,0-1-12,2 0-12,0 0 0,1 0 12,0 0-8,1 0-8,0 0 8,1-1 0,1 1 8,1-1-20,1 1 16,0-1 0,1 1 8,0 1 0,1-1-4,0 0 4,0 1 4,-1 0 4,1 1-8,-1 0 0,-2 1 12,0 0-12,-1 1-4,-3 1-4,-2 1 4,-2 0 0,-2 2-8,0-1 8,-1 2 8,0-1-8,-1 2 0,0-1 8,-1 2-8,-2 0 16,0-1-4,-2 2-4,-1-1 0,-1 0-12,0 1 0,-1 0-4,-1 0 12,-1 0-8,0 1 0,1 0 4,-1 1 8,0-1-12,0 1-4,0 0 8,0 0 8,0 1-20,0 0-24,0 0 28,-1 1-4,0-1 4,0 1 4,-1-1 52,0 1 4,0-1-24,-1 0 8,0-1-16,-1 1-8,-1-1-28,0 1 12,-1-2 4,0 1-4,-2 0 4,0-1 0,-2 0 0,0 0 0,-1 0 0,-3 0 0,0 0 0,-2 0 0,-3 1 24,-2-1-24,0 1 4,0-2-4,1 1 8,-1-1-4,1 0 4,0-1 4,-1 1 0,2 0 12,-1 0-4,0 0-20,0 1 4,0-1 0,0 1 0,0-1-20,-1 1 4,1-1 8,0 0 4,0 0 4,1 0 8,-1 1 0,1-2-4,-1 1 0,0 0 0,0-1 0,0 0 4,2 0-8,0-1 8,0 0 8,1 0-20,1 0 12,0-1-8,0 0 0,1-1 0,0 1-4,1-1 4,-1 1-8,0-1 0,1 0 0,0-1 8,1 1-4,-1-1-8,1 1 8,1-1 0,0 0 0,0 0-8,0 0 8,1-1-4,0 1 0,2-1 0,1 0-4,1 0 0,1 0 4,1 0 4,1-1-4,0 1 0,2-1 4,-1 0 0,2 0 0,-1 0-8,1-1 0,1 0 8,0 0-4,0-1 4,0 0-8,1 0-4,1 0 12,0 0-12,0-1 12,1 0-4,2 0 4,0 0 0,1-1 4,1 0-4,1 1 0,1-1-8,1 1 0,1-1 8,1 0 0,2 1 0,0-1-12,1 0 0,1 1 8,1-1 0,0 1 0,4-1 0,2 0 8,0 0 0,0 1 0,-1 0 0,-1 0-8,-1 1 4,-1 0-20,-1 0 0,1 1 12,-1 0 4,0 0 20,0 1-4,0 0 8,-1 1 0,1 0-36,-1 1 0,-1 0-12,1 0 16,-1 1 0,0 0 8,-1 1 24,0 0-16,-2 0 0,0-1-4,-1 1 8,-1 0-4,0 1 4,-2-1 0,-1 1-4,-1 0-4,0 0 0,-2 0 0,0 0-4,-1 1 12,0 0 0,-1 0 8,0 0-8,-1 1 8,-1 0-24,0-1 12,-1 1-8,0 1 16,-2-1-8,0 1-4,0 0 24,-1-1-24,-1 0 0,0 0-8,0 1 4,-2-1 4,-1 0 4,-1 1 12,-1-1 0,-1 1 0,-1-1 4,0 1-8,-1 0 0,0-1-8,0 1 4,-2 0 0,0 0 4,-1 1-4,-1-1 8,0 1 12,-1-1 8,0 1 12,-2 0 8,0-1 0,0 1 12,0 0-12,-1 0-4,1-1-20,-1 0 8,1 0-8,-1-1-4,1 1 4,0-1-16,0 1 16,0 0-12,1-1-20,0 1 4,-1 0 4,1 0 4,0-1 8,-1 1 0,1-1 8,0 1-12,-1-1 0,1 0-12,0 0 4,0 0-12,1 0 4,0 0-12,-1-1 8,2 0-4,-1 1 0,1-1 0,1 0 8,0-1 20,0 1-12,1-1-12,1 0 4,0 0 0,1-1-4,0 0 0,1 0-4,0 0 20,1-1-4,0 0-4,1 0-4,0 0 4,0 0 4,0-1 0,2 0-4,0 0-24,1 0 8,1 0 4,1-1 28,-1 0-20,1-1-4,0 0 32,0 0-12,0-1-16,0 0-32,0-1 24,0 0 0,1-1-12,-1 0-4,1 0 16,0-1-4,0 0-40,0 0 28,1-1 12,1-1 12,-1 0 0,1 0 0,-1-1 28,1 0-24,0 0 4,1 1-16,1-2 0,0 1 4,1 0 0,0 0-4,0 0-4,2 2 12,-1 0-4,2 0 8,0 1-4,1 0 0,2 0-20,0 1-8,1-1 8,0 0-4,2 1 8,1-1 0,1 1 16,0 0-4,2 0-4,0 0 4,1 0 16,1 0-8,1 0-4,1 0 4,1 0-4,0 1 0,1 1-20,0-1 4,0 1 8,0 1 4,-1 0 4,-1 0 0,0 1-4,0 1 8,-1 0 0,0 1 0,0 0-4,0 0 0,-1 1 4,1 0 12,-1 1-4,0 0-8,-1 0 8,1 0-12,-2 0 0,1 1-4,-2-1 16,0 1-8,0 0 0,-1 0 0,-1 0-4,0 1 0,-1 1-8,0-1 0,-1 1 12,-1 0 4,0 1 4,-2-1-4,0 1 8,-1 0-4,-1 0-8,-2 1-4,0-1-8,-1 2-4,-2 0 16,0 1 0,-2-1 8,-1 1 4,-2 0-8,-1-1 12,-1 0-8,-1-1-4,-2 0-4,-1-1 12,-1 1 0,0-1 0,-2 0 0,-2 0 4,0-1 12,0 0 52,-2 1 32,0-1 32,0-1 24,0 1-8,0-1-4,-1 1-48,0 0 28,-2 1-64,1-2-36,-1 1-20,1-2 0,-1 1 4,0-1-80,0 0 28,-1 1 32,1-1 0,-1 1-4,-1 0-12,1 0-12,-1-1 20,1 1-8,-1 0 0,1 0 4,0-1 0,0 0 28,1 0-20,-1 0-4,1 0 4,0-1-8,0 0 20,1 0-24,1 0 0,0-1 12,2 0 0,0 0 12,3 0-12,-1-1-28,1 0-20,2 0-76,2 0-108,2-1-120,2 0-124,2 0-124,1-1-112,2 0-80,1 0-44,3-1-52,1 1-100,2-1-172,1 0-345,2 1-455,0-1-156,-2 0 1140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1:07:36.224"/>
    </inkml:context>
    <inkml:brush xml:id="br0">
      <inkml:brushProperty name="width" value="0.2" units="cm"/>
      <inkml:brushProperty name="height" value="1.2" units="cm"/>
      <inkml:brushProperty name="inkEffects" value="pencil"/>
    </inkml:brush>
  </inkml:definitions>
  <inkml:trace contextRef="#ctx0" brushRef="#br0">146 1 1708,'-2'0'2280,"-4"0"-531,-1 0-609,-3 0-440,-2 0-228,1 0-156,-1 0-92,1 0-20,0 0-12,1 0-32,1 0-8,0 0-4,2 0-12,0-1-12,1 1-16,2 0-4,0 0-12,1 0-8,1 1-20,1-1-20,0 0-4,1 0-4,0 1-12,0-1 4,1 1 56,1 0 40,0 1 4,2 0 20,1 1 60,1 1 12,2 1-28,0 0-16,3 1 16,0 1 4,2 1-16,2 0 44,1 1 40,2 1 24,1 0 0,2 2-24,2 0-16,1 1-64,2 0-52,5 4 44,4 1-112,0 1-16,0 0 20,0 0 40,-1-1 32,1 0 20,0 0 0,1 1 44,-1 0 20,2 1-16,0 1 0,0 1 36,1 0 28,1 1 1,-1 1-57,1 0-12,0 0-4,0 1-20,0 1 12,0 0 0,-1 1 20,0 1 32,-1 1 0,0 1-16,0 1-32,-1 1-36,-1 1-36,-1 0-52,0 1-28,-2 1-20,0 1-20,-3 1 0,3 7 28,-1 4-12,-3 0-8,-3-1 8,-4-2 4,-3-2 0,-3-1 4,-3-1 36,-2-1 12,-1 1 32,-2-1 16,-2 0 16,-2 1 12,-2 1-4,-1-1 4,-2 1-16,0 1 8,-2-1-4,0 1 8,-1 1-20,-2-1-20,0 0-20,-1 0-16,0 0-8,-1 0-16,0-1 4,-1 1 0,1-1 4,-2 0 4,0-1-20,-1 1-8,-1-1-12,0 1-12,-2 6 16,-1 2-24,0-1 0,2-1 0,0-3 0,2-3-8,0-1 0,1-3 12,0 0 8,0-1 4,0-2 12,0 1-4,0-2 8,0 0-12,1 0-4,-1 0 12,1-2-28,0 0 4,-1-1 4,1 0 0,1-2 0,-1 0-8,1-1 16,-1 0-8,0 0-4,1-1-4,0-1 0,1 0 4,0-1 4,0 0 4,1-2 0,0 0 4,1-1-8,1 0 0,0-1 8,0-1 4,0-1-8,1-1 4,0 0 8,1-1 0,-1-1 8,2 0 4,-1-1 8,1-1-4,-1 0 0,1-1 0,-1 0-8,1-2-12,-1 1 4,1-2 0,-1 0 4,1-1 0,-1-2 4,1 1 0,-1-2 0,1 0-8,1-2-4,-1 0-4,2 0-4,-2-1-8,1-1 0,-1 0-4,1-1 4,-1 0-4,2 0 4,-1-1 4,1 1-12,0-1-36,0 0-24,-1 0-52,1-1-80,-1 1-144,0-2-60,-2 0-280,0 0-444,-1-3-508,-2 0-577,-1-3-819,-2-1-712,-2-2-104,-2-2 247,0 2 1721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1:07:36.225"/>
    </inkml:context>
    <inkml:brush xml:id="br0">
      <inkml:brushProperty name="width" value="0.15875" units="cm"/>
      <inkml:brushProperty name="height" value="0.15875" units="cm"/>
      <inkml:brushProperty name="color" value="#00A0D7"/>
      <inkml:brushProperty name="inkEffects" value="pencil"/>
    </inkml:brush>
  </inkml:definitions>
  <inkml:trace contextRef="#ctx0" brushRef="#br0">362 190 668,'0'0'1104,"0"1"-820,0-1-96,1 1-68,-1-1-40,1 1-28,-1 0-16,0-1 80,0 0-32,0 0 24,0 1 28,0-1 48,0 0 32,0-1 24,0 1 24,0 0-8,0 0-4,0 0-40,-1 0-28,1 0-32,0 0-44,-1 0 0,1 0-12,0 0-16,0 0-20,0 0-4,0 0 13,0 0-21,0 0-8,0 0 8,0 0 16,0 0 8,0 0 12,0 0 0,0 0 16,0 0 0,0 0 8,0 0-12,0 0 0,-1 0 4,1 0-8,-1 0 8,0 0-20,1 0 0,0 0-4,-1 0-12,1 0 0,0 0-16,0-1-4,0 0-4,0 0-8,0 0 0,0 0-8,0-1-4,0 1-4,-1-1 0,1 0 4,1 0-4,0-1 0,0 0 4,1 1 0,0-1-8,1 0 0,-1 0-8,1-1 8,0 1-4,1-1 4,0 1-4,2-1 4,0 0 4,0-1-8,2 0 0,1-1-4,0 0 4,0 1 160,0-1-80,0 1-48,1 0-12,0-1-12,0 1 0,2-1-168,-1 0 108,1 1 24,0-1 12,-1 0 8,1 1 4,0 0 4,1 0-20,-1 0 12,0 1 12,0 0-4,1 0 0,0 0-4,1 0-4,0 1-4,1-1 0,0 2 4,0-1 16,0 1-20,0 0 4,-1 1 8,0 0 8,0 1-4,0 0-12,0 0 20,0 1-4,-1-1-8,0 1 0,0 0-8,0-1 0,-1 1 8,-1 0-4,1 0 8,-1 1-4,1 0-4,-2 0 0,1 1 8,0-1 0,-1 1-4,0 0-8,0 1 20,-2-1-8,1 1 0,-1 0-4,-1 0-8,-2 0 12,0 1-4,-1-1-8,0 1 0,0-1 4,0 0-64,0 0 36,-1 1 56,0 0 4,0 0 20,-1 0 64,-1 0-12,0 0-20,-1 0 0,-1 1-28,-1-1-4,1 0-8,-1 1-20,-1-1 4,1 1-16,-1 1 8,-1 0 4,0 0 4,-1 1-8,-1 0-8,0 0 4,-1 1 0,0-1 8,-1 1 0,0 0 12,0 1 12,0-1-8,-1 0 16,0 1 0,0 0 8,0 0-8,0 0-4,0 0-28,0 0 4,0 0-12,-2 0 12,-2 1-16,0 0 32,0-1 4,1 0-8,-1-2-4,1 1 0,-2-1 16,1 0-12,-1 0 8,-2 0 0,1-1 4,-1 0 0,-1-1-8,1 0-8,-1 0-8,1-1-12,0 0-4,1-1-4,0 1-4,0-1-8,1 0 0,0-1-4,0 1 0,-1 0 0,1 0 4,0-1 4,-1 0-4,0 0-20,0-1 8,0-1 12,0 1 0,0-2 4,1 1 0,0-1 24,0-1-8,2 1-12,0-1-12,0 0 4,0 0 4,1 0-8,1 0 4,0 0 0,1 0 0,1-1-4,1 1 4,0 1 4,1-1-4,1 0 4,0 0 8,1 1 4,0-1 8,0 1-16,1-1-4,0 1-12,0-1-8,1 0 4,0 0-20,0 0 12,0 0 16,-1 0 4,1 0 4,1 0-4,0 0 0,0 1-4,0-2 0,1 1-4,0 0 4,1-1-4,0 0 12,1-1-8,0 0 4,2 0 0,0-1 0,2 0-8,1 0 0,0-1 12,2 0-4,0 0-4,1 0-4,1-1 4,2 1 4,0-1-16,3 0 0,0-1 12,2 1 4,0-1 0,2 0-16,0 1 16,2-1 4,1 1-4,0 0-12,1 1 4,0-1 8,1 1-4,0 0 8,-1 0 4,1 1 4,-1 1 4,-1 0-12,-2 1 8,0 0-12,-2 1 0,-1 0 0,-1 1-4,-1 0 12,-1 1 0,0 0-8,-1 1 4,-1 0-4,0 2 0,0-1 0,-2 1-4,0 1 4,-1 0-8,-1 0 4,0 1 0,-2 0 0,1 0-12,-2 0 8,0 0 8,0 1 0,-1 0 8,-1 0 0,0 0 20,-2 0-20,0 1 0,-1-1-4,-1 0 0,0 1-4,0-1 12,0 1 0,1-1-4,1 0 0,-1 1-4,1-1 4,-1 0-4,0 0-8,0 0 12,-2 0-4,1-1-4,-2 1 0,0-1 0,-1 0 4,-1 0 0,-1 0 8,-2 0 0,-1 1 24,-1-1 40,-2 0 24,0 1 20,-1-1 12,-1 0-8,-1 0-12,0 1-16,-2-1-20,-1 0-20,0 1-16,-2 0 8,0-1-8,-2 1-20,1-1 0,-1 0 8,1 1 12,-1-1-8,0 0 0,1 0 0,0 0 0,-1 0-8,1 0-12,-1 0-4,1 0-4,1-1 4,0 0-4,0 0-4,1-1 4,0 1 4,1-2-4,0 1-8,-2 0 16,-1-1-8,0 0-8,1 0 16,2-1 0,0-1-8,3 0-4,0 0 4,1 0-4,0-1-8,1-1 4,0 1 120,1-1-52,0 1-32,1-1-12,1 0-16,0 1-8,1-1-112,0 0 44,1 0 56,1 0 12,0 0 4,0-1 4,1 0-4,0 0 0,1 0-12,-1-1 0,2 1 8,-1 0-4,0 0 0,1 0-8,0-1 8,0 1-4,2-1 0,0 0 20,1 0 4,0-1-8,2 1 0,0-1-4,0 1 4,1-1-32,0 1 0,0 0 8,1 0-20,1 0 20,0 0-4,1 0 12,2 0 4,0 0 4,2-1 20,1 1-8,1-1 0,1 1-12,1-1 0,1 0 20,2 1-16,0-1 0,2 0 0,1 0-4,1 1-4,0-1-12,2 1 16,1-1-12,0 1 12,1-1-4,0 1 4,1 0-4,1 0 4,0 0 0,0 1 8,0 1 20,-1 0-12,-2 0 0,-1 1-8,-1 1 8,-2 0-8,-2 0-16,-1 2 8,-1-1 4,-1 2-8,-1-1 0,-1 1 8,-1 1 0,-1 0-4,0 0 4,-2 1 4,-1-1 0,-1 1 4,-1 0-4,-1 0 16,0 0-8,-2 0-4,0 1 4,-2 0-8,0 0-8,-1 0 4,-1-1 12,0 1 4,0 0-8,0 0-8,0 0 0,-1 0 0,-1 0-4,0 0 0,0 0 0,-1 0 4,-1 1 8,0-1-4,0 1 0,-1-1-4,-1 1 0,1 0 16,-1-1 0,-1 1-4,-1-1-4,0 1 0,-1-1 4,-1 1-8,0-1-8,0 0 8,-2 0 0,0 0-4,-1-1 4,0 0-4,-1 0 8,-3 0 0,-2 1 0,0 0-4,0-1 4,1 0 4,1 0-8,1-1 0,0 0-4,0 0 4,1 0-8,-1 0 8,1 0-8,-1 0 12,0 0 0,0 0 4,0 0 0,1 0-12,0-1 4,1 1-8,0-1 4,0 0-4,2 0 8,0 0 8,0-1-4,0 0 8,0 0-4,1 0-4,0-1-4,0 1-8,0 0 0,-1-1-4,0 0-4,0 1 4,0-1 4,1-1 20,-1 1-4,0 0-12,1 0 0,0-1 0,-1 1-4,2 0-20,-1 0 24,1 0 0,1 0 4,1 0-4,0 0-4,1 0-4,1-1 0,1 0-4,1 0 28,1 0-4,2 0 0,2 0 0,0-1-20,0 1 0,-1-1-28,1 0 8,-1 0 4,1 0 12,-1 0 8,1 0 0,0-1 0,1 0 4,1 0-16,1 0 8,0 0-12,1-1 16,1 0-8,1 0 8,0-1 4,1 1 20,1-2-16,1 1-4,1-2 4,1 1-20,0-1 0,1 0-8,1 0 16,0 0 8,1 0 0,2-1 12,1 1 0,0-1-12,2 0-12,0 0 0,1 0 12,0 0-8,1 0-8,0 0 8,1-1 0,1 1 8,1-1-20,1 1 16,0-1 0,1 1 8,0 1 0,1-1-4,0 0 4,0 1 4,-1 0 4,1 1-8,-1 0 0,-2 1 12,0 0-12,-1 1-4,-3 1-4,-2 1 4,-2 0 0,-2 2-8,0-1 8,-1 2 8,0-1-8,-1 2 0,0-1 8,-1 2-8,-2 0 16,0-1-4,-2 2-4,-1-1 0,-1 0-12,0 1 0,-1 0-4,-1 0 12,-1 0-8,0 1 0,1 0 4,-1 1 8,0-1-12,0 1-4,0 0 8,0 0 8,0 1-20,0 0-24,0 0 28,-1 1-4,0-1 4,0 1 4,-1-1 52,0 1 4,0-1-24,-1 0 8,0-1-16,-1 1-8,-1-1-28,0 1 12,-1-2 4,0 1-4,-2 0 4,0-1 0,-2 0 0,0 0 0,-1 0 0,-3 0 0,0 0 0,-2 0 0,-3 1 24,-2-1-24,0 1 4,0-2-4,1 1 8,-1-1-4,1 0 4,0-1 4,-1 1 0,2 0 12,-1 0-4,0 0-20,0 1 4,0-1 0,0 1 0,0-1-20,-1 1 4,1-1 8,0 0 4,0 0 4,1 0 8,-1 1 0,1-2-4,-1 1 0,0 0 0,0-1 0,0 0 4,2 0-8,0-1 8,0 0 8,1 0-20,1 0 12,0-1-8,0 0 0,1-1 0,0 1-4,1-1 4,-1 1-8,0-1 0,1 0 0,0-1 8,1 1-4,-1-1-8,1 1 8,1-1 0,0 0 0,0 0-8,0 0 8,1-1-4,0 1 0,2-1 0,1 0-4,1 0 0,1 0 4,1 0 4,1-1-4,0 1 0,2-1 4,-1 0 0,2 0 0,-1 0-8,1-1 0,1 0 8,0 0-4,0-1 4,0 0-8,1 0-4,1 0 12,0 0-12,0-1 12,1 0-4,2 0 4,0 0 0,1-1 4,1 0-4,1 1 0,1-1-8,1 1 0,1-1 8,1 0 0,2 1 0,0-1-12,1 0 0,1 1 8,1-1 0,0 1 0,4-1 0,2 0 8,0 0 0,0 1 0,-1 0 0,-1 0-8,-1 1 4,-1 0-20,-1 0 0,1 1 12,-1 0 4,0 0 20,0 1-4,0 0 8,-1 1 0,1 0-36,-1 1 0,-1 0-12,1 0 16,-1 1 0,0 0 8,-1 1 24,0 0-16,-2 0 0,0-1-4,-1 1 8,-1 0-4,0 1 4,-2-1 0,-1 1-4,-1 0-4,0 0 0,-2 0 0,0 0-4,-1 1 12,0 0 0,-1 0 8,0 0-8,-1 1 8,-1 0-24,0-1 12,-1 1-8,0 1 16,-2-1-8,0 1-4,0 0 24,-1-1-24,-1 0 0,0 0-8,0 1 4,-2-1 4,-1 0 4,-1 1 12,-1-1 0,-1 1 0,-1-1 4,0 1-8,-1 0 0,0-1-8,0 1 4,-2 0 0,0 0 4,-1 1-4,-1-1 8,0 1 12,-1-1 8,0 1 12,-2 0 8,0-1 0,0 1 12,0 0-12,-1 0-4,1-1-20,-1 0 8,1 0-8,-1-1-4,1 1 4,0-1-16,0 1 16,0 0-12,1-1-20,0 1 4,-1 0 4,1 0 4,0-1 8,-1 1 0,1-1 8,0 1-12,-1-1 0,1 0-12,0 0 4,0 0-12,1 0 4,0 0-12,-1-1 8,2 0-4,-1 1 0,1-1 0,1 0 8,0-1 20,0 1-12,1-1-12,1 0 4,0 0 0,1-1-4,0 0 0,1 0-4,1 0 20,-1-1-4,1 0-4,1 0-4,0 0 4,0 0 4,0-1 0,2 0-4,0 0-24,1 0 8,1 0 4,1-1 28,-1 0-20,1-1-4,0 0 32,0 0-12,0-1-16,0 0-32,0-1 24,0 0 0,1-1-12,-1 0-4,1 0 16,0-1-4,0 0-40,0 0 28,1-1 12,1-1 12,-1 0 0,1 0 0,-1-1 28,1 0-24,0 0 4,1 1-16,1-2 0,0 1 4,1 0 0,0 0-4,0 0-4,2 2 12,-1 0-4,2 0 8,0 1-4,1 0 0,2 0-20,0 1-8,1-1 8,0 0-4,2 1 8,1-1 0,1 1 16,0 0-4,2 0-4,0 0 4,1 0 16,1 0-8,1 0-4,1 0 4,1 0-4,0 1 0,1 1-20,0-1 4,0 1 8,0 1 4,-1 0 4,-1 0 0,0 1-4,0 1 8,-1 0 0,0 1 0,0 0-4,0 0 0,0 1 4,-1 0 12,0 1-4,0 0-8,-1 0 8,1 0-12,-2 0 0,1 1-4,-2-1 16,0 1-8,0 0 0,-1 0 0,-1 0-4,0 1 0,-1 1-8,0-1 0,-1 1 12,-1 0 4,0 1 4,-2-1-4,0 1 8,-1 0-4,-1 0-8,-2 1-4,0-1-8,-1 2-4,-2 0 16,0 1 0,-2-1 8,-1 1 4,-2 0-8,-1-1 12,-1 0-8,-1-1-4,-2 0-4,-1-1 12,-1 1 0,0-1 0,-2 0 0,-2 0 4,0-1 12,0 0 52,-2 1 32,0-1 32,0-1 24,0 1-8,0-1-4,-1 1-48,0 0 28,-2 1-64,1-2-36,-1 1-20,1-2 0,-1 1 4,0-1-80,0 0 28,-1 1 32,1-1 0,-1 1-4,-1 0-12,1 0-12,-1-1 20,1 1-8,-1 0 0,1 0 4,0-1 0,0 0 28,1 0-20,-1 0-4,1 0 4,0-1-8,0 0 20,1 0-24,1 0 0,0-1 12,2 0 0,0 0 12,3 0-12,-1-1-28,1 0-20,2 0-76,2 0-108,2-1-120,2 0-124,2 0-124,1-1-112,2 0-80,1 0-44,3-1-52,1 1-100,2-1-172,1 0-345,2 1-455,0-1-156,-2 0 1140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1:07:36.226"/>
    </inkml:context>
    <inkml:brush xml:id="br0">
      <inkml:brushProperty name="width" value="0.05" units="cm"/>
      <inkml:brushProperty name="height" value="0.3" units="cm"/>
      <inkml:brushProperty name="color" value="#00A0D7"/>
      <inkml:brushProperty name="inkEffects" value="pencil"/>
    </inkml:brush>
  </inkml:definitions>
  <inkml:trace contextRef="#ctx0" brushRef="#br0">353 10 500,'0'0'760,"0"0"-164,0 1-148,0-1-100,0 0-60,0 1-40,0-1 4,0 0 20,1 0 12,-1 0 12,0-1-16,1 1-12,-1-1-20,1 1-48,0-1-32,0 1-39,0-1-17,0 1-12,0-1-12,0 1-4,1 0 96,-1 0-88,1-1-16,-1 1 12,1 0 4,-1-1 20,0 1 20,0 0 24,0 0 24,0 0 0,0 0 0,0 0-12,-1 0-16,1 0-20,-1 0-24,1 0-20,-1 0-4,0 0 8,0 0 4,0 0 12,0 0 28,0 0-8,0 0-8,0 0-20,0 0-16,0 0-20,0 0-44,-1 0 4,1 0-12,0 0 4,0 0 4,0 0-4,1 0-4,-1 0 4,1 0 8,0 0 4,-1 0 0,0 0 4,0 1 16,0-1-4,0 0 12,0 0 8,0 0 16,0 0 4,0 0 104,0 0-84,0 0-8,0 0 0,1 0-8,-1 0-8,0 0 0,0 0-16,1 0 4,-1 0 0,0 0-8,0 0 8,0 0-8,0 0 16,0 0 4,0 0-12,-1 0 20,1 0 4,0 0 0,0 0-8,0 0-8,0 0-4,0 0-4,0 0-16,0 0-8,0 0-16,0 0-8,0 0-12,0 0-8,-1 0 0,1 0-4,-1 0-20,0 1 16,-1 0 4,-1 0 8,-1 1 0,0 0 0,-2 1 24,1 0-12,-2 0-4,0 1-12,-1 0 8,0 0 12,-1 0 8,0 1-20,-1-1 8,-1 1-4,0 0 8,0 0-12,-1 1-12,-1-1 4,0 1 8,0 1 8,0-1-16,-1 1 8,0-1-8,-1 1 20,2-1 0,0 1-4,1-1-8,1 1 0,-1-1 0,1-1-4,1 1-8,0-1 8,0 0 12,1-1 4,2 0 4,0 0 4,1-1 4,1 1-4,0-2-8,2 0-12,0 0 0,0 0-4,2-1 4,-1 1 8,1-1 0,-1 0-12,2 0 0,-1-1 8,2 0-4,-1 0 0,0 0 8,0 0 0,1 0 4,-1 0 8,0 0 8,0-1 4,0 1 16,2 0 4,-1 0 0,0 0 0,0 0-12,-1 0-8,0 0-16,1 1-12,-2-1 4,1 0-8,0 0 4,0 0-8,0 0 4,0 0 8,0 1-12,1-1 12,0 1-4,0-1 16,0 1 28,0-1 28,0 0 20,1 0 28,-1 0 24,1 1 8,0-1-12,0 0-12,0 1-28,1-1-20,-1 0-8,1 1-12,0-1-12,1 1 0,0-1-4,0 0-12,0 1-12,0-1 12,2 1 16,0 0 20,1-1 20,1 1 4,1-1 0,0 1-8,1-1-20,0 1-16,4 0 48,1-1-56,1 0 4,0 1-4,1-2-4,0 1-16,0 0-16,0-1 4,0 1 0,1-1-16,-1 0 20,0 1-8,1-1 12,-1 0-12,1 1 24,-1-1 20,-1 1-12,1 0 8,-2-1-4,1 1 8,-2 1-20,0-1-4,-1 1 4,1 0-8,-2 1 8,0-1-8,-1 0-12,-1 1 0,-1-1-4,0 1 0,-2-1-16,-1 0 0,0 0 17,-1 0-17,-1 0 0,-1 0-4,-1 0 4,0 0-8,0-1 8,-2 1-5,1-1 5,-1 0 5,0 0 7,0 1 0,0-1-8,0 0 8,0 0-8,0 0 8,1 0-12,-1 0 4,0 0 24,0 0 0,0 0 24,-1 0 8,0 0 28,1 0 48,0 0-32,-1 0 12,2-1-12,-1 1-12,1 0-28,0-1-32,0 1 12,0 0-12,0 0-4,0 0-8,-1 0 8,0-1-8,1 1 0,-2 0-4,1 0 16,-1 0-12,1 0-4,-1 0-16,0 0 0,0 1 4,0-2-8,0 1-8,-1 0 0,0-1 12,0 1 0,-1-1-4,1 0-4,-1 1 4,0-1 4,0 1 4,0-1-4,1 0 0,-1 0 8,0 1 4,0-2-8,0 1-4,-1 0 4,1-1 4,0 0-8,1 0-8,0 0 8,0-1 0,0 0-8,0 0-8,0 0 8,-1 0-4,1-1-4,-1 1 0,0-1 8,0 0 4,-1 1 0,1-1 4,-1 0-4,1 0 12,-1 0-4,1-1 0,-1 1 32,0 0-24,0 0 0,0 0-12,0 1 4,-1-1-8,1 1-28,0-1 12,-1 1 16,1-1 0,-1 0-8,1 0 16,0 1-8,-1-1 0,1 0-4,-1 1 0,0 0 4,0 0 0,1 0 4,-1-1-4,1 1-4,0 0 4,0-1-12,0 1 4,0-1-4,-1 1 8,1 0 4,0 0 0,-1 0 0,1 0-8,-1 1 4,1 0 0,0 0 16,-1 0 20,1 0-16,1 1 0,-1-1-4,1 1-12,0-1-12,0 1-16,1 0 20,0 1 0,1-1 12,0 0 4,0 0-8,0 0 0,0 1 4,-1-1 8,1 0-12,-1 0 0,1 0 8,0 1-4,-1-1-4,1 0 0,0 0 4,0 1 0,-1-1-4,1 1 8,0-1-4,1 1 0,-1-1-8,1 1 8,0-1 0,-1 1-20,1 0 12,0-1 4,-1 1 12,1 0-20,0 0 12,-1-1 16,0 1-8,0 0 4,0 0-12,0-1 12,1 1-20,0-1 4,0 1 4,0 0-16,0-1 16,0 1-8,0-1 4,0 1 0,0 0 4,0 0 0,-1 0-4,1-1-4,0 1 20,-1 0-4,1-1-8,0 1 8,-1-1-8,0 0 12,1 1-8,-1-1-16,1 1 8,-1-1-4,1 1 12,-1 0-4,1 0 0,0 0 20,0 0-16,0 0-4,0 0-8,0 0 0,0-1-4,0 1-8,0 0 8,0-1 4,0 1 4,0 0 8,0 0 4,0 0-8,0 0 4,0 1 0,0-1 8,0 0-24,0 0 8,0-1 0,0 1-4,0 0-4,1 0 12,-1 0-4,0 0-8,1 0-116,-1 0 60,0 0 28,1 0 12,0 1 12,-1-1 20,1 1 116,-1-1-60,1 1-20,-1-1-16,1 1-12,0-1 4,-1 1-4,0-1-4,1 1-8,0-1 0,-1 1-4,1-1 0,0 1 4,0-1 0,-1 0 0,1 0 0,-1 1 0,0-1-8,1 0 0,-1 1 4,1-1-4,0 1-8,-1-1 4,2 1-72,-1 0-104,0 0-152,0 0-141,-1 0-199,1 0-220,0 0-204,0 0-232,1 0-348,0 0-712,0 0-421,0 0-99,-1 0 620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1:07:36.218"/>
    </inkml:context>
    <inkml:brush xml:id="br0">
      <inkml:brushProperty name="width" value="0.05" units="cm"/>
      <inkml:brushProperty name="height" value="0.3" units="cm"/>
      <inkml:brushProperty name="color" value="#00A0D7"/>
      <inkml:brushProperty name="inkEffects" value="pencil"/>
    </inkml:brush>
  </inkml:definitions>
  <inkml:trace contextRef="#ctx0" brushRef="#br0">353 10 500,'0'0'760,"0"0"-164,0 1-148,0-1-100,0 0-60,0 1-40,0-1 4,0 0 20,1 0 12,-1 0 12,0-1-16,1 1-12,-1-1-20,1 1-48,0-1-32,0 1-39,0-1-17,0 1-12,0-1-12,0 1-4,1 0 96,-1 0-88,1-1-16,-1 1 12,1 0 4,-1-1 20,0 1 20,0 0 24,0 0 24,0 0 0,0 0 0,0 0-12,-1 0-16,1 0-20,-1 0-24,1 0-20,-1 0-4,0 0 8,0 0 4,0 0 12,0 0 28,0 0-8,0 0-8,0 0-20,0 0-16,0 0-20,0 0-44,-1 0 4,1 0-12,0 0 4,0 0 4,0 0-4,1 0-4,-1 0 4,1 0 8,0 0 4,-1 0 0,0 0 4,0 1 16,0-1-4,0 0 12,0 0 8,0 0 16,0 0 4,0 0 104,0 0-84,0 0-8,0 0 0,1 0-8,-1 0-8,0 0 0,0 0-16,1 0 4,-1 0 0,0 0-8,0 0 8,0 0-8,0 0 16,0 0 4,0 0-12,-1 0 20,1 0 4,0 0 0,0 0-8,0 0-8,0 0-4,0 0-4,0 0-16,0 0-8,0 0-16,0 0-8,0 0-12,0 0-8,-1 0 0,1 0-4,-1 0-20,0 1 16,-1 0 4,-1 0 8,-1 1 0,0 0 0,-2 1 24,1 0-12,-2 0-4,0 1-12,-1 0 8,0 0 12,-1 0 8,0 1-20,-1-1 8,-1 1-4,0 0 8,0 0-12,-1 1-12,-1-1 4,0 1 8,0 1 8,0-1-16,-1 1 8,0-1-8,-1 1 20,2-1 0,0 1-4,1-1-8,1 1 0,-1-1 0,1-1-4,1 1-8,0-1 8,0 0 12,1-1 4,2 0 4,0 0 4,1-1 4,1 1-4,0-2-8,2 0-12,0 0 0,0 0-4,2-1 4,-1 1 8,1-1 0,-1 0-12,2 0 0,-1-1 8,2 0-4,-1 0 0,0 0 8,0 0 0,1 0 4,-1 0 8,0 0 8,0-1 4,0 1 16,2 0 4,-1 0 0,0 0 0,0 0-12,-1 0-8,0 0-16,1 1-12,-2-1 4,1 0-8,0 0 4,0 0-8,0 0 4,0 0 8,0 1-12,1-1 12,0 1-4,0-1 16,0 1 28,0-1 28,0 0 20,1 0 28,-1 0 24,1 1 8,0-1-12,0 0-12,0 1-28,1-1-20,-1 0-8,1 1-12,0-1-12,1 1 0,0-1-4,0 0-12,0 1-12,0-1 12,2 1 16,0 0 20,1-1 20,1 1 4,1-1 0,0 1-8,1-1-20,0 1-16,4 0 48,1-1-56,1 0 4,0 1-4,1-2-4,0 1-16,0 0-16,0-1 4,0 1 0,1-1-16,-1 0 20,0 1-8,1-1 12,-1 0-12,1 1 24,-1-1 20,-1 1-12,1 0 8,-2-1-4,1 2 8,-2-1-20,0 0-4,-1 1 4,1 0-8,-2 1 8,0-1-8,-1 0-12,-1 1 0,-1-1-4,0 1 0,-2-1-16,-1 0 0,0 0 17,-1 0-17,-1 0 0,-1 0-4,-1 0 4,0 0-8,0-1 8,-2 1-5,1-1 5,-1 0 5,0 0 7,0 1 0,0-1-8,0 0 8,0 0-8,0 0 8,1 0-12,-1 0 4,0 0 24,0 0 0,0 0 24,-1 0 8,0 0 28,1 0 48,0 0-32,-1 0 12,2-1-12,-1 1-12,1 0-28,0-1-32,0 1 12,0 0-12,0 0-4,0 0-8,-1 0 8,0-1-8,1 1 0,-2 0-4,1 0 16,-1 0-12,1 0-4,-1 0-16,0 0 0,0 1 4,0-2-8,0 1-8,-1 0 0,0-1 12,0 1 0,-1-1-4,1 0-4,-1 1 4,0-1 4,0 1 4,0-1-4,1 0 0,-1 0 8,0 1 4,0-2-8,0 1-4,-1 0 4,1-1 4,0 0-8,1 0-8,0 0 8,0-1 0,0 0-8,0 0-8,0 0 8,-1 0-4,1-1-4,-1 1 0,0-1 8,0 0 4,-1 1 0,1-1 4,-1 0-4,1 0 12,-1 0-4,1-1 0,-1 1 32,0 0-24,0 0 0,0 0-12,0 1 4,-1-1-8,1 1-28,0-1 12,-1 1 16,1-1 0,-1 0-8,1 0 16,0 1-8,-1-1 0,1 0-4,-1 1 0,0 0 4,0 0 0,1 0 4,-1-1-4,1 1-4,0 0 4,0-1-12,0 1 4,0-1-4,-1 1 8,1 0 4,0 0 0,-1 0 0,1 0-8,-1 1 4,1 0 0,0 0 16,-1 0 20,1 0-16,1 1 0,-1-1-4,1 1-12,0-1-12,0 1-16,1 0 20,0 1 0,1-1 12,0 0 4,0 0-8,0 0 0,0 1 4,-1-1 8,1 0-12,-1 0 0,1 0 8,0 1-4,-1-1-4,1 0 0,0 0 4,0 1 0,-1-1-4,1 1 8,0-1-4,1 1 0,-1-1-8,1 1 8,0-1 0,-1 1-20,1 0 12,0-1 4,-1 1 12,1 0-20,0 0 12,-1-1 16,0 1-8,0 0 4,0 0-12,0-1 12,1 1-20,0-1 4,0 1 4,0 0-16,0-1 16,0 1-8,0-1 4,0 1 0,0 0 4,0 0 0,-1 0-4,1-1-4,0 1 20,-1 0-4,1-1-8,0 1 8,-1-1-8,0 0 12,1 1-8,-1-1-16,1 1 8,-1-1-4,1 1 12,-1 0-4,1 0 0,0 0 20,0 0-16,0 0-4,0 0-8,0 0 0,0-1-4,0 1-8,0 0 8,0-1 4,0 1 4,0 0 8,0 0 4,0 0-8,0 0 4,0 1 0,0-1 8,0 0-24,0 0 8,0-1 0,0 1-4,0 0-4,1 0 12,-1 0-4,0 0-8,1 0-116,-1 0 60,0 0 28,1 0 12,0 1 12,-1-1 20,1 1 116,-1-1-60,1 1-20,-1-1-16,1 1-12,0-1 4,-1 1-4,0-1-4,1 1-8,0-1 0,-1 1-4,1-1 0,0 1 4,0-1 0,-1 0 0,1 0 0,-1 1 0,0-1-8,1 0 0,-1 1 4,1-1-4,0 1-8,-1-1 4,2 1-72,-1 0-104,0 0-152,0 0-141,-1 0-199,1 0-220,0 0-204,0 0-232,1 0-348,0 0-712,0 0-421,0 0-99,-1 0 620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3T21:07:36.219"/>
    </inkml:context>
    <inkml:brush xml:id="br0">
      <inkml:brushProperty name="width" value="0.05" units="cm"/>
      <inkml:brushProperty name="height" value="0.3" units="cm"/>
      <inkml:brushProperty name="color" value="#00A0D7"/>
      <inkml:brushProperty name="inkEffects" value="pencil"/>
    </inkml:brush>
  </inkml:definitions>
  <inkml:trace contextRef="#ctx0" brushRef="#br0">353 10 500,'0'0'760,"0"0"-164,0 1-148,0-1-100,0 0-60,0 1-40,0-1 4,0 0 20,1 0 12,-1 0 12,0-1-16,1 1-12,-1-1-20,1 1-48,0-1-32,0 1-39,0-1-17,0 1-12,0-1-12,0 1-4,1 0 96,-1 0-88,1-1-16,-1 1 12,1 0 4,-1-1 20,0 1 20,0 0 24,0 0 24,0 0 0,0 0 0,0 0-12,-1 0-16,1 0-20,-1 0-24,1 0-20,-1 0-4,0 0 8,0 0 4,0 0 12,0 0 28,0 0-8,0 0-8,0 0-20,0 0-16,0 0-20,0 0-44,-1 0 4,1 0-12,0 0 4,0 0 4,0 0-4,1 0-4,-1 0 4,1 0 8,0 0 4,-1 0 0,0 0 4,0 1 16,0-1-4,0 0 12,0 0 8,0 0 16,0 0 4,0 0 104,0 0-84,0 0-8,0 0 0,1 0-8,-1 0-8,0 0 0,0 0-16,1 0 4,-1 0 0,0 0-8,0 0 8,0 0-8,0 0 16,0 0 4,0 0-12,-1 0 20,1 0 4,0 0 0,0 0-8,0 0-8,0 0-4,0 0-4,0 0-16,0 0-8,0 0-16,0 0-8,0 0-12,0 0-8,-1 0 0,1 0-4,-1 0-20,0 1 16,-1 0 4,-1 0 8,-1 1 0,0 0 0,-2 1 24,1 0-12,-2 0-4,0 1-12,-1 0 8,0 0 12,-1 0 8,0 1-20,-1-1 8,-1 1-4,0 0 8,0 0-12,-1 1-12,-1-1 4,0 1 8,0 1 8,0-1-16,-1 1 8,0-1-8,-1 1 20,2-1 0,0 1-4,1-1-8,1 1 0,-1-1 0,1-1-4,1 1-8,0-1 8,0 0 12,1-1 4,2 0 4,0 0 4,1-1 4,1 1-4,0-2-8,2 0-12,0 0 0,0 0-4,2-1 4,-1 1 8,1-1 0,-1 0-12,2 0 0,-1-1 8,2 0-4,-1 0 0,0 0 8,0 0 0,1 0 4,-1 0 8,0 0 8,0-1 4,0 1 16,2 0 4,-1 0 0,0 0 0,0 0-12,-1 0-8,0 0-16,1 1-12,-2-1 4,1 0-8,0 0 4,0 0-8,0 0 4,0 0 8,0 1-12,1-1 12,0 1-4,0-1 16,0 1 28,0-1 28,0 0 20,1 0 28,-1 0 24,1 1 8,0-1-12,0 0-12,0 1-28,1-1-20,-1 0-8,1 1-12,0-1-12,1 1 0,0-1-4,0 0-12,0 1-12,0-1 12,2 1 16,0 0 20,1-1 20,1 1 4,1-1 0,0 1-8,1-1-20,0 1-16,4 0 48,1-1-56,1 0 4,0 1-4,1-2-4,0 1-16,0 0-16,0-1 4,0 1 0,1-1-16,-1 0 20,0 1-8,1-1 12,-1 0-12,1 1 24,-1-1 20,-1 1-12,1 0 8,-2-1-4,1 2 8,-2-1-20,0 0-4,-1 1 4,1 0-8,-2 1 8,0-1-8,-1 0-12,-1 1 0,-1-1-4,0 1 0,-2-1-16,-1 0 0,0 0 17,-1 0-17,-1 0 0,-1 0-4,-1 0 4,0 0-8,0-1 8,-2 1-5,1-1 5,-1 0 5,0 0 7,0 1 0,0-1-8,0 0 8,0 0-8,0 0 8,1 0-12,-1 0 4,0 0 24,0 0 0,0 0 24,-1 0 8,0 0 28,1 0 48,0 0-32,-1 0 12,2-1-12,-1 1-12,1 0-28,0-1-32,0 1 12,0 0-12,0 0-4,0 0-8,-1 0 8,0-1-8,1 1 0,-2 0-4,1 0 16,-1 0-12,1 0-4,-1 0-16,0 0 0,0 1 4,0-2-8,0 1-8,-1 0 0,0-1 12,0 1 0,-1-1-4,1 0-4,-1 1 4,0-1 4,0 1 4,0-1-4,1 0 0,-1 0 8,0 1 4,0-2-8,0 1-4,-1 0 4,1-1 4,0 0-8,1 0-8,0 0 8,0-1 0,0 0-8,0 0-8,0 0 8,-1 0-4,1-1-4,-1 1 0,0-1 8,0 0 4,-1 1 0,1-1 4,-1 0-4,1 0 12,-1 0-4,1-1 0,-1 1 32,0 0-24,0 0 0,0 0-12,0 1 4,-1-1-8,1 1-28,0-1 12,-1 1 16,1-1 0,-1 0-8,1 0 16,0 1-8,-1-1 0,1 0-4,-1 1 0,0 0 4,0 0 0,1 0 4,-1-1-4,1 1-4,0 0 4,0-1-12,0 1 4,0-1-4,-1 1 8,1 0 4,0 0 0,-1 0 0,1 0-8,-1 1 4,1 0 0,0 0 16,-1 0 20,1 0-16,1 1 0,-1-1-4,1 1-12,0-1-12,0 1-16,1 0 20,0 1 0,1-1 12,0 0 4,0 0-8,0 0 0,0 1 4,-1-1 8,1 0-12,-1 0 0,1 0 8,0 1-4,-1-1-4,1 0 0,0 0 4,0 1 0,-1-1-4,1 1 8,0-1-4,1 1 0,-1-1-8,1 1 8,0-1 0,-1 1-20,1 0 12,0-1 4,-1 1 12,1 0-20,0 0 12,-1-1 16,0 1-8,0 0 4,0 0-12,0-1 12,1 1-20,0-1 4,0 1 4,0 0-16,0-1 16,0 1-8,0-1 4,0 1 0,0 0 4,0 0 0,-1 0-4,1-1-4,0 1 20,-1 0-4,1-1-8,0 1 8,-1-1-8,0 0 12,1 1-8,-1-1-16,1 1 8,-1-1-4,1 1 12,-1 0-4,1 0 0,0 0 20,0 0-16,0 0-4,0 0-8,0 0 0,0-1-4,0 1-8,0 0 8,0-1 4,0 1 4,0 0 8,0 0 4,0 0-8,0 0 4,0 1 0,0-1 8,0 0-24,0 0 8,0-1 0,0 1-4,0 0-4,1 0 12,-1 0-4,0 0-8,1 0-116,-1 0 60,0 0 28,1 0 12,0 1 12,-1-1 20,1 1 116,-1-1-60,1 1-20,-1-1-16,1 1-12,0-1 4,-1 1-4,0-1-4,1 1-8,0-1 0,-1 1-4,1-1 0,0 1 4,0-1 0,-1 0 0,1 0 0,-1 1 0,0-1-8,1 0 0,-1 1 4,1-1-4,0 1-8,-1-1 4,2 1-72,-1 0-104,0 0-152,0 0-141,-1 0-199,1 0-220,0 0-204,0 0-232,1 0-348,0 0-712,0 0-421,0 0-99,-1 0 620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10:45:32.025"/>
    </inkml:context>
    <inkml:brush xml:id="br0">
      <inkml:brushProperty name="width" value="0.1" units="cm"/>
      <inkml:brushProperty name="height" value="0.1" units="cm"/>
      <inkml:brushProperty name="color" value="#548235"/>
    </inkml:brush>
  </inkml:definitions>
  <inkml:trace contextRef="#ctx0" brushRef="#br0">20 106 260,'0'1'146,"0"-1"0,0 1 0,0-1 1,1 0-1,-1 1 0,0-1 0,0 1 0,0-1 0,0 1 0,0-1 1,1 1-1,-1-1 0,0 1 0,0-1 0,1 0 0,-1 1 0,0-1 1,1 1-1,-1-1 0,0 0 0,1 1 0,-1-1 0,1 0 0,-1 0 1,1 1-1,-1-1 0,1 0 0,-1 0 0,1 1 0,-1-1 0,1 0 0,-1 0 1,4 0 1698,-7 0-1411,3 1-423,0-1 1,0 0-1,1 0 1,-1 0 0,0 0-1,0 0 1,0 0-1,0 0 1,0 0 0,0 0-1,0 0 1,0 0-1,0 0 1,0 0 0,0 0-1,0 0 1,0 0-1,0 0 1,0 0 0,0 0-1,0 1 1,0-1 0,0 0-1,0 0 1,0 0-1,0 0 1,0 0 0,0 0-1,0 0 1,-1 0-1,1 0 1,0 0 0,0 0-1,0 0 1,0 0-1,0 0 1,0 0 0,0 0-1,0 0 1,0 0-1,2 3 280,0-1 0,0 1 0,0-1-1,-1 1 1,1 0 0,-1 0 0,0 0-1,0 0 1,0-1 0,0 5-1,9 43-317,-5-20 218,36 127 130,-38-148-261,1 3 11,0 1-1,-1-1 0,-1 1 1,2 15-1,-5-23 10,-1-4-33,-3-9-16,-5-16-26,-12-62-94,17 62 101,0 1 1,-2 0 0,-12-27-1,12 34-19,-7-26-1,9 26-39,-11-25 0,15 39 48,1 0 0,-1 0 0,0 0 0,1 0 0,0 0 0,-1 0 0,1 0 0,0 0 0,0 0 0,0 0 0,1-3 0,0-9-26,-1 10 32,0 0 4,0 0-1,0 0 0,0 0 0,1 1 0,0-1 0,-1 0 0,2 0 0,1-4 0,0 1 1,-3 6-13,1-1 0,-1 1 0,1 0 0,-1-1-1,1 1 1,0 0 0,0 0 0,-1-1 0,1 1-1,0 0 1,0 0 0,0 0 0,1 0 0,-1 0 0,0 0-1,0 0 1,1 1 0,-1-1 0,0 0 0,1 1-1,-1-1 1,1 0 0,-1 1 0,1 0 0,1-1-1,20-5-14,-17 4 10,1 1 0,-1-1 0,0 1 0,14-1 0,-11 2 13,-7 0-9,0-1 0,0 1 0,0 0-1,0 0 1,0 0 0,0 1 0,0-1-1,1 0 1,-1 0 0,0 1 0,0 0-1,-1-1 1,1 1 0,0 0 0,0 0-1,0 0 1,0 0 0,-1 0 0,1 0-1,0 0 1,-1 0 0,2 2 0,46 58-24,-47-59 27,-1 0 0,1 1 0,-1-1-1,0 0 1,0 0 0,0 1 0,0-1 0,-1 0 0,1 1-1,-1-1 1,1 1 0,-1-1 0,0 0 0,0 1 0,0-1 0,0 1-1,-1-1 1,1 1 0,-1-1 0,0 0 0,0 1 0,0-1-1,0 0 1,-2 3 0,-7 10 37,8-11-30,-1 0 0,0 0 0,-1 0 0,1 0 0,-7 5 0,-3 1-1,-1-1 0,-28 14 0,18-11-24,13-9 62,4-4-903,11-2 14,-1 0 1,1-1-1,-1 0 0,-1 1 0,1-1 1,0 0-1,-1 0 0,0 0 0,2-7 1,-3 6-1032</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10:45:33.315"/>
    </inkml:context>
    <inkml:brush xml:id="br0">
      <inkml:brushProperty name="width" value="0.1" units="cm"/>
      <inkml:brushProperty name="height" value="0.1" units="cm"/>
      <inkml:brushProperty name="color" value="#548235"/>
    </inkml:brush>
  </inkml:definitions>
  <inkml:trace contextRef="#ctx0" brushRef="#br0">7 14 392,'-3'4'5793,"-1"-5"-3876,5 2-1434,3 1-405,0-1 0,0 0 0,0-1 1,0 1-1,0 0 0,1-1 0,-1 0 0,0 0 0,7-1 1,-3 1-28,1 0-31,4 0-6,1 0 1,18-3-1,-1 2 18,-25 1-22,0 1 0,0-2 0,0 1 0,6-1 0,6-6-54,-16 6 65,0 0 1,0 0-1,0 0 1,1 0-1,-1 1 1,0-1-1,1 1 1,-1-1-1,3 1 1,4-2 706,-18 0-5123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10:45:34.452"/>
    </inkml:context>
    <inkml:brush xml:id="br0">
      <inkml:brushProperty name="width" value="0.1" units="cm"/>
      <inkml:brushProperty name="height" value="0.1" units="cm"/>
      <inkml:brushProperty name="color" value="#548235"/>
    </inkml:brush>
  </inkml:definitions>
  <inkml:trace contextRef="#ctx0" brushRef="#br0">1 1 1244,'4'5'4869,"-4"-5"-4786,0 0-77,0 0 0,0 0 0,0 0 0,0 0 0,0 0 0,1 0 0,-1 0 0,0 0 0,0 0 0,0 0 1,0 0-1,0 0 0,0 0 0,0 0 0,0 0 0,0 0 0,0 0 0,0 0 0,0 0 0,1 0 0,-1 0 0,0 0 1,0 0-1,0 0 0,0 0 0,0 0 0,0 0 0,0 0 0,0 0 0,0 0 0,0 0 0,0 0 0,0 0 0,0 0 1,0 0-1,1 0 0,-1 0 0,0 0 0,0 0 0,0 0 0,0 0 0,0 1 0,0-1 0,0 0 0,0 0 0,0 0 0,0 0 1,0 0-1,0 0 0,0 0 0,0 0 0,0 0 0,0 0 0,0 0 0,0 0 0,0 0 0,0 0 0,0 1 0,0-1 1,0 0-1,-4 2 202,4-2-203,0 0 0,0 0 0,0 0-1,1 0 1,-1 0 0,0 0 0,0 0 0,0 1 0,0-1 0,0 0-1,0 0 1,0 0 0,0 0 0,1 0 0,-1 0 0,0 0 0,0 0 0,0 0-1,0 0 1,0 0 0,0 1 0,0-1 0,0 0 0,0 0 0,0 0 0,0 0-1,0 0 1,0 0 0,0 0 0,0 1 0,0-1 0,0 0 0,0 0 0,0 0-1,0 0 1,0 0 0,0 0 0,0 0 0,0 0 0,0 1 0,0-1 0,0 0-1,0 0 1,0 0 0,0 0 0,0 0 0,0 0 0,-1 0 0,1 0-1,0 0 1,0 1 0,0-1 0,0 0 0,0 0 0,0 0 0,0 0 0,0 0-1,-1 0 1,1 0 0,0 0 0,0 0 0,0 0 0,0 0 0,0 0 0,0 0-1,-1 0 1,2 1 66,0 0 0,0 0 0,0 1-1,0-1 1,0 0 0,0 0-1,-1 1 1,1-1 0,-1 0 0,1 1-1,-1-1 1,1 0 0,-1 1 0,0 1-1,1 24 604,-1-5-491,3 2-73,-1-8 11,0-1 0,7 21 0,-7-32-96,12 30-22,-12-30-800,-3-12-2207,-1 0 309,-1 3 943</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10:45:34.880"/>
    </inkml:context>
    <inkml:brush xml:id="br0">
      <inkml:brushProperty name="width" value="0.1" units="cm"/>
      <inkml:brushProperty name="height" value="0.1" units="cm"/>
      <inkml:brushProperty name="color" value="#548235"/>
    </inkml:brush>
  </inkml:definitions>
  <inkml:trace contextRef="#ctx0" brushRef="#br0">1 20 704,'0'0'201,"0"1"-1,0 0 1,0-1-1,1 1 1,-1-1-1,0 1 1,0-1 0,0 1-1,1-1 1,-1 0-1,0 1 1,1-1-1,-1 1 1,0-1-1,1 1 1,-1-1 0,0 0-1,1 1 1,-1-1-1,1 0 1,-1 1-1,1-1 1,-1 0-1,1 0 1,-1 1 0,2-1-1,20 4 1418,-14-4-1503,0-1 0,0 1 0,14-4 0,76-23 288,-97 27-393,12-2 39,-12 2-52,-1-1 1,0 1-1,1 0 1,-1 0-1,0 0 0,0 0 1,1 0-1,-1 0 1,0 0-1,1 0 1,-1 0-1,0 0 1,1 0-1,-1 0 1,0 0-1,1 0 0,-1 1 1,0-1-1,1 0 1,-1 0-1,0 0 1,0 0-1,1 0 1,-1 1-1,0-1 1,0 0-1,1 0 0,-1 0 1,0 1-1,0-1 1,1 0-1,-1 0 1,0 1-1,0-1 8,-1 0-10,1 0 1,0 0-1,-1 1 0,1-1 1,0 0-1,0 0 1,-1 0-1,1 0 0,0 0 1,0 1-1,-1-1 1,1 0-1,0 0 1,0 0-1,-1 1 0,1-1 1,0 0-1,0 0 1,0 1-1,0-1 0,-1 0 1,1 1-1,0-1 1,0 0-1,-3 4-1291,-4-8-1812,4 0 1744,0 0-282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10:45:36.221"/>
    </inkml:context>
    <inkml:brush xml:id="br0">
      <inkml:brushProperty name="width" value="0.1" units="cm"/>
      <inkml:brushProperty name="height" value="0.1" units="cm"/>
      <inkml:brushProperty name="color" value="#548235"/>
    </inkml:brush>
  </inkml:definitions>
  <inkml:trace contextRef="#ctx0" brushRef="#br0">188 0 892,'-26'7'3855,"13"-5"-2434,12-2-1286,0 0 0,0 0 1,0 1-1,0-1 1,0 0-1,0 0 1,0 0-1,0 1 1,0-1-1,0 1 1,0-1-1,0 0 1,0 1-1,0 0 0,-17 6 882,16-6-971,0-1 0,0 1 1,0 0-1,0 0 0,0-1 1,0 1-1,-4 3 0,-13 10 200,13-11-176,1 1-1,0 0 1,0 0 0,0 0-1,-6 8 1,6-5-21,1 0 0,0 0 0,0 0 0,1 1 0,0-1 0,0 1 0,1 0 1,-3 15-1,3-6 34,-2 25 1,4-36-76,0 0 1,1 1-1,0-1 1,0 0 0,0 0-1,1 0 1,3 8 0,-2-9-21,-1-1 1,2 1-1,-1-1 1,0 0-1,1 0 1,0 0-1,0-1 1,0 1-1,0-1 1,1 0-1,7 5 1,-3-5 2,1-1 1,-1 0-1,1 0 1,-1-1 0,1 0-1,0 0 1,19-1-1,-28 0-15,1-1-1,0 1 1,0 0-1,-1-1 1,1 1-1,-1-1 1,1 0 0,0 1-1,-1-1 1,1 0-1,-1 0 1,0 0-1,1 0 1,1-2-1,19-19-817,-15 14 776,-5 4 58,0 1 1,0-1-1,0 1 1,0-1-1,-1 0 1,1 1-1,0-7 1,0 3 26,-1 5-18,-1 1-1,1-1 0,-1 0 1,0 1-1,0-1 0,1 0 1,-1 0-1,-1 1 1,1-1-1,0 0 0,0 1 1,-1-1-1,1 0 0,-1 1 1,1-1-1,-2-2 1,0 2-1,1 0 1,-1 0 0,0 0-1,0 0 1,0 0 0,0 1-1,-1-1 1,1 1 0,0-1-1,-1 1 1,-2-2 0,-1 1-9,-33-16 48,37 18-44,-1-1 0,1 0 1,0 0-1,0 1 0,-1-1 1,1 1-1,0 0 1,-1 0-1,1 0 0,0 0 1,-1 0-1,1 0 0,-1 0 1,-3 1-1,6-1-21,0 1 0,0-1 0,-1 0 0,1 0 0,0 0 0,0 0 0,0 0-1,0 0 1,0 0 0,0 0 0,-1 0 0,1 0 0,0 0 0,0 0 0,0 0 0,0 1 0,0-1 0,0 0 0,0 0-1,0 0 1,-1 0 0,1 0 0,0 0 0,0 0 0,0 1 0,0-1 0,0 0 0,0 0 0,0 0 0,0 0-1,0 0 1,0 0 0,0 1 0,0-1 0,0 0 0,0 0 0,0 0 0,0 0 0,0 0 0,0 1 0,0-1 0,0 0-1,1 0 1,-1 0 0,0 0 0,0 0 0,0 0 0,0 0 0,0 0 0,0 1 0,0-1 0,0 0 0,1 0-1,-1 0 1,0 0 0,0 0 0,0 0 0,0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10:45:37.584"/>
    </inkml:context>
    <inkml:brush xml:id="br0">
      <inkml:brushProperty name="width" value="0.1" units="cm"/>
      <inkml:brushProperty name="height" value="0.1" units="cm"/>
      <inkml:brushProperty name="color" value="#548235"/>
    </inkml:brush>
  </inkml:definitions>
  <inkml:trace contextRef="#ctx0" brushRef="#br0">115 34 224,'-4'2'4134,"-2"-8"-2508,5 5-1446,0 1-1,0-1 0,0 0 0,1 0 0,-1 0 1,0 1-1,1-1 0,-1 0 0,1 0 0,-1 0 1,1 0-1,-1-2 0,1 3-160,-1 0 0,1 0-1,0-1 1,0 1 0,-1 0 0,1 0 0,0-1-1,-1 1 1,1 0 0,0 0 0,-1 0 0,1 0-1,0 0 1,-1 0 0,1-1 0,0 1 0,-1 0-1,1 0 1,0 0 0,-1 0 0,1 0 0,0 0-1,-1 0 1,1 0 0,0 0 0,-1 0 0,1 0-1,-1 1 1,1-1 0,0 0 0,-1 0 0,1 0-1,0 0 1,-1 1 0,-13 4 61,11-4-76,-34 24 104,35-23-114,-1 0 0,1 0 1,0 0-1,-1 0 0,1 1 0,0-1 0,1 1 0,-1-1 0,0 1 0,1-1 0,-2 6 0,-1 20-38,3-27 44,1 0 0,0 0 0,0 1 0,0-1 0,0 0 1,0 0-1,1 0 0,-1 1 0,0-1 0,1 0 0,-1 0 0,1 0 1,-1 0-1,1 0 0,0 0 0,-1 0 0,1 0 0,0 0 0,0 0 1,0 0-1,0 0 0,-1 0 0,2-1 0,-1 1 0,0 0 0,0 0 0,0-1 1,0 1-1,0-1 0,1 1 0,-1-1 0,0 0 0,0 1 0,3-1 0,1 0-8,1 0-1,0-1 1,-1 0-1,1 0 1,-1 0-1,1-1 1,-1 1-1,1-1 1,-1 0-1,0-1 1,6-3-1,-3 2-41,-3 2-11,-1-1-1,1 0 1,-1 0-1,0 0 1,5-6-1,4-3-380,-11 11 407,-1 0-49,1 0 1,0-1 0,-1 1 0,1 0-1,-1-1 1,0 1 0,2-4-1,-2 4 62,-1 0 0,0 0 0,0 0-1,1 0 1,-1 0 0,0 0 0,0-1 0,-1 1-1,1 0 1,0 0 0,0 0 0,-1 0-1,1 0 1,0 0 0,-2-2 0,2 2 18,-2-4 8,1 1 1,-1 0 0,0 1 0,0-1-1,0 0 1,-1 0 0,1 1 0,-1-1-1,-6-4 1,9 7 4,4 17 158,-2-13-63,-1 0 0,1 0 0,1 0 0,-1 0 0,0 0 0,1-1 0,0 1 0,4 3 0,14 14 493,-17-16-605,1 0-1,-1 0 0,1-1 1,0 1-1,0-1 0,0 0 1,1 0-1,-1 0 0,11 3 1,-16-6-44,0 0 0,0 0 0,0 0 1,1 0-1,-1 1 0,0-1 0,0 0 0,0 0 0,0 0 1,1 0-1,-1 0 0,0 0 0,0 0 0,0 0 0,1 0 1,-1 0-1,0 0 0,0 0 0,0 0 0,1 0 1,-1 0-1,0 0 0,0 0 0,0 0 0,0 0 0,1 0 1,-1 0-1,0 0 0,0 0 0,0 0 0,1-1 0,-1 1 1,0 0-1,0 0 0,0 0 0,0 0 0,0 0 1,0 0-1,1-1 0,-1 1 0,0 0 0,0 0 0,0-10-3872,-2 5 1950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10:45:38.237"/>
    </inkml:context>
    <inkml:brush xml:id="br0">
      <inkml:brushProperty name="width" value="0.1" units="cm"/>
      <inkml:brushProperty name="height" value="0.1" units="cm"/>
      <inkml:brushProperty name="color" value="#548235"/>
    </inkml:brush>
  </inkml:definitions>
  <inkml:trace contextRef="#ctx0" brushRef="#br0">158 32 92,'-7'-9'5182,"7"8"-5100,-1 0 0,1 0 0,-1 0 0,0 0 0,1 0 0,-1 0-1,0 0 1,0 0 0,1 1 0,-1-1 0,0 0 0,0 0 0,0 1 0,-2-2 0,2 2-78,-2-2 5,0 1 0,0 0 0,-1 0-1,1 0 1,0 0 0,-8-1-1,9 2 0,1 1 0,-1-1 0,0 0 0,0 1 0,0-1 0,0 1 0,1-1 0,-1 1 0,0 0 0,0-1 0,1 1 0,-1 0 0,1 0-1,-1 0 1,1 1 0,-2 0 0,-17 12 238,16-12-204,0 0 1,0 1-1,0-1 1,0 1-1,1 0 1,-1 0-1,1 0 1,0 0-1,0 0 1,0 1-1,1 0 1,-4 4-1,6-7-25,0 0 0,0-1 0,0 1 0,0 0-1,0 0 1,0-1 0,0 1 0,0 0 0,0-1 0,0 1-1,0 0 1,0-1 0,0 1 0,1 0 0,-1-1-1,0 1 1,1 0 0,-1-1 0,0 1 0,1 0-1,-1-1 1,1 1 0,1 1-6,-1-1 1,1 0-1,0 0 0,-1 0 1,1 0-1,0 0 0,0 0 1,3 1-1,5 0-34,1 1 0,18 1-1,-19-3 57,-5-1-158,1 1-1,0 0 1,-1 1 0,1-1 0,-1 1 0,0 0 0,1 0-1,7 4 1,-11-4 73,1 0-1,-1 0 1,0 0 0,0 0-1,0 0 1,0 0-1,0 1 1,0-1 0,-1 0-1,1 1 1,-1-1 0,0 1-1,1 0 1,-1-1-1,-1 1 1,1 0 0,0 3-1,-1-4 101,0 1-1,0-1 1,0 0-1,0 1 1,-1-1-1,1 1 1,-1-1-1,0 0 1,0 1 0,0-1-1,0 0 1,0 0-1,0 0 1,-1 0-1,1 0 1,-1 0-1,0 0 1,0 0-1,-3 3 1,1-2 78,1-1-1,-1 1 1,0-1-1,0 1 1,0-1 0,0 0-1,0 0 1,0-1 0,-1 1-1,-6 1 1,-34 1 218,42-4-323,0 1 1,0-2 0,1 1 0,-1 0 0,0 0-1,0-1 1,1 1 0,-1-1 0,1 0-1,-1 0 1,0 0 0,1 0 0,-1 0-1,-2-2 1,-3-2 37,7 5-127,1-1-1,-1 1 1,0-1-1,1 1 1,-1 0 0,0-1-1,1 1 1,-1-1-1,1 1 1,-1-1-1,1 0 1,-1 1-1,1-1 1,-1 0 0,1 0-87,0 1 0,0-1 0,0 0 1,1 0-1,-1 1 0,0-1 0,0 1 1,1-1-1,-1 0 0,0 1 0,1-1 1,-1 0-1,1 1 0,-1-1 1,1 1-1,-1-1 0,1 1 0,-1-1 1,1 1-1,0 0 0,0-1 0,3-4-1407,-1 2-258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10:45:39.188"/>
    </inkml:context>
    <inkml:brush xml:id="br0">
      <inkml:brushProperty name="width" value="0.1" units="cm"/>
      <inkml:brushProperty name="height" value="0.1" units="cm"/>
      <inkml:brushProperty name="color" value="#548235"/>
    </inkml:brush>
  </inkml:definitions>
  <inkml:trace contextRef="#ctx0" brushRef="#br0">18 48 844,'-8'3'3978,"-2"1"-720,13-4-2595,21 7 567,-15-7-902,0 1 0,1-2 0,-1 1 0,0-1 0,9-2 0,-17 3-309,250-56 854,-245 54-989,-25 13-5490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10:45:39.935"/>
    </inkml:context>
    <inkml:brush xml:id="br0">
      <inkml:brushProperty name="width" value="0.1" units="cm"/>
      <inkml:brushProperty name="height" value="0.1" units="cm"/>
      <inkml:brushProperty name="color" value="#548235"/>
    </inkml:brush>
  </inkml:definitions>
  <inkml:trace contextRef="#ctx0" brushRef="#br0">0 20 580,'5'8'5563,"-5"-8"-5487,14 13 828,-11-6-896,-1 0-1,0 0 0,-1 0 0,2 13 0,2 9 31,8 38 74,-16-52-95,2-15-12,1 1-1,0 0 1,-1-1 0,1 1 0,0 0 0,-1 0 0,1-1-1,0 1 1,0 0 0,0 0 0,0-1 0,0 1 0,0 0-1,0 0 1,0-1 0,0 1 0,0 0 0,1 0 0,-1-1-1,0 1 1,0 0 0,1-1 0,-1 1 0,1 1 0,0-2 158,-7-18 159,-6-30-305,11 44-14,0 0 0,0 0 0,0 0 0,-4-7 0,3 8-5,0 0 0,1-1 1,0 1-1,0 0 0,0-1 0,0 0 0,0-5 0,-4-67 1,3 60 14,2 15-14,18 15-114,-9-8 118,0-1 1,0 0 0,1 0-1,0-1 1,0 0-1,0-1 1,0 0 0,0 0-1,13 1 1,26 8-34,-41-9 22,-4-2 4,0 0 1,-1 0 0,1 0 0,0 1-1,-1-1 1,0 1 0,1 0 0,5 4-1,8 1-7,2-1-1,-19-5 12,1-1 0,-1 0 0,1 0 0,0 1 0,-1-1 0,0 0 1,1 1-1,-1-1 0,1 1 0,-1-1 0,1 1 0,-1-1 0,0 0 0,1 1 1,-1-1-1,0 1 0,0-1 0,1 1 0,-1 0 0,0-1 0,0 1 0,0-1 1,0 1-1,0 1 4,0-1 0,-1 0 1,1 0-1,-1 0 1,0 0-1,1 0 0,-1 1 1,0-1-1,0 0 0,0 0 1,0 0-1,0-1 1,0 1-1,0 0 0,0 0 1,0 0-1,0-1 0,-3 2 1,-24 11 9,27-12-15,-132 49-391,132-50 313,1 1 0,-1-1 0,1 0 0,-1 1 0,0-1 0,1 0 0,-1 1 0,1-1 0,-1 0 0,1 1 0,-1-1-1,1 1 1,-1-1 0,1 1 0,0-1 0,-1 1 0,1-1 0,0 1 0,-1 0 0,1-1 0,0 1 0,0-1 0,0 1 0,-1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10:45:40.858"/>
    </inkml:context>
    <inkml:brush xml:id="br0">
      <inkml:brushProperty name="width" value="0.1" units="cm"/>
      <inkml:brushProperty name="height" value="0.1" units="cm"/>
      <inkml:brushProperty name="color" value="#548235"/>
    </inkml:brush>
  </inkml:definitions>
  <inkml:trace contextRef="#ctx0" brushRef="#br0">28 58 808,'1'9'4693,"2"0"-3524,2 12-1274,-4 4 367,2 1 1,8 32-1,-11-56-235,5 24 234,-1-1 0,0 32 0,-4-56-247,-7-20-2,-15-85-79,19 85-99,-1 0 1,0 0 0,-10-21-1,3-8 90,11 47 85,0 0 0,0-1 0,0 1 0,0 0-1,1-1 1,-1 1 0,0 0 0,1-1 0,-1 1 0,1 0 0,-1 0 0,1-1 0,0 1 0,0 0 0,-1 0 0,1 0 0,0 0 0,0 0 0,0 0 0,0 0 0,1 0 0,-1 0 0,0 1 0,0-1 0,0 0 0,1 1 0,-1-1 0,2 0 0,3-2-1,1 0 0,0 0 0,-1 1 0,12-3 0,-9 4-19,-1 1 1,1-1-1,-1 1 0,10 1 1,6 0-42,-22-1 52,-1 1-1,1-1 0,0 1 1,0-1-1,0 1 1,-1 0-1,1-1 1,0 1-1,-1 0 1,1 0-1,-1 0 1,1 0-1,-1 1 1,0-1-1,1 0 1,-1 0-1,0 1 1,0-1-1,0 0 1,0 1-1,0-1 1,0 1-1,-1 0 1,1-1-1,0 2 1,1 3 1,0-1 0,0 1 0,0 0-1,-1 0 1,0-1 0,0 8 0,-1-11 5,0 0 0,-1 1-1,1-1 1,0 0 0,-1 1-1,0-1 1,1 0 0,-1 1-1,0-1 1,-1 0 0,1 0-1,0 0 1,-1 0 0,1 0-1,-1 0 1,1 0 0,-1 0-1,0 0 1,0-1 0,0 1-1,0-1 1,0 1 0,-1-1-1,1 0 1,0 0 0,-4 1-1,-6 2 56,0 0 0,0-2-1,0 1 1,-19 1 0,5-1 48,2-6-1358,29-5-3669,-2 4 3208</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10:45:41.401"/>
    </inkml:context>
    <inkml:brush xml:id="br0">
      <inkml:brushProperty name="width" value="0.1" units="cm"/>
      <inkml:brushProperty name="height" value="0.1" units="cm"/>
      <inkml:brushProperty name="color" value="#548235"/>
    </inkml:brush>
  </inkml:definitions>
  <inkml:trace contextRef="#ctx0" brushRef="#br0">2 34 92,'0'-8'4042,"0"8"-3933,-1-1 0,1 1 0,0-1 0,0 1 1,0-1-1,0 1 0,0-1 0,0 1 0,0-1 1,0 1-1,0-1 0,1 1 0,-1-1 0,0 1 1,0 0-1,0-1 0,1 1 0,-1-1 0,0 1 1,0-1-1,1 1 0,-1 0 0,0-1 1,1 1-1,-1 0 0,1-1 0,-1 1 0,1-1 45,20 3 1691,-8 0-1616,0-1 0,-1 0 0,1-1 0,25-3 0,7 0-173,-42 3-57,0 0-1,-1-1 1,1 1-1,0-1 1,-1 1 0,1-1-1,-1 0 1,4-1 0,-4 1-11,-1 0-1,1 0 1,0 0 0,0 1 0,0-1 0,1 1 0,2-1 0,-4 1-15,-19 7-1295,15-5 649,-1 0 0,0 0 0,1-1 0,-1 0 0,0 0-1,0 0 1,-8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28A001-7CE3-4455-8863-08D16E29AACA}" type="datetimeFigureOut">
              <a:rPr lang="en-GB" smtClean="0"/>
              <a:t>17/03/2026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7EABDB-B878-4343-8290-E50199F807DA}" type="slidenum">
              <a:rPr lang="en-GB" smtClean="0"/>
              <a:t>‹#›</a:t>
            </a:fld>
            <a:endParaRPr lang="en-GB"/>
          </a:p>
        </p:txBody>
      </p:sp>
    </p:spTree>
    <p:extLst>
      <p:ext uri="{BB962C8B-B14F-4D97-AF65-F5344CB8AC3E}">
        <p14:creationId xmlns:p14="http://schemas.microsoft.com/office/powerpoint/2010/main" val="228069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E4177BB-201C-4BE1-8CA1-39FC9F8BC8F0}" type="slidenum">
              <a:rPr lang="en-GB" smtClean="0"/>
              <a:t>1</a:t>
            </a:fld>
            <a:endParaRPr lang="en-GB"/>
          </a:p>
        </p:txBody>
      </p:sp>
    </p:spTree>
    <p:extLst>
      <p:ext uri="{BB962C8B-B14F-4D97-AF65-F5344CB8AC3E}">
        <p14:creationId xmlns:p14="http://schemas.microsoft.com/office/powerpoint/2010/main" val="2074614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Crank Nicholson numerical scheme that solves this iteratively in time, similar to GALPROP</a:t>
            </a:r>
            <a:endParaRPr lang="en-SE" dirty="0"/>
          </a:p>
        </p:txBody>
      </p:sp>
      <p:sp>
        <p:nvSpPr>
          <p:cNvPr id="4" name="Slide Number Placeholder 3"/>
          <p:cNvSpPr>
            <a:spLocks noGrp="1"/>
          </p:cNvSpPr>
          <p:nvPr>
            <p:ph type="sldNum" sz="quarter" idx="5"/>
          </p:nvPr>
        </p:nvSpPr>
        <p:spPr/>
        <p:txBody>
          <a:bodyPr/>
          <a:lstStyle/>
          <a:p>
            <a:fld id="{97CF8D38-E5DF-4A7A-9C26-52A0419ED0DC}" type="slidenum">
              <a:rPr lang="en-GB" smtClean="0"/>
              <a:t>3</a:t>
            </a:fld>
            <a:endParaRPr lang="en-GB"/>
          </a:p>
        </p:txBody>
      </p:sp>
    </p:spTree>
    <p:extLst>
      <p:ext uri="{BB962C8B-B14F-4D97-AF65-F5344CB8AC3E}">
        <p14:creationId xmlns:p14="http://schemas.microsoft.com/office/powerpoint/2010/main" val="353482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7CF8D38-E5DF-4A7A-9C26-52A0419ED0DC}" type="slidenum">
              <a:rPr lang="en-GB" smtClean="0"/>
              <a:t>4</a:t>
            </a:fld>
            <a:endParaRPr lang="en-GB"/>
          </a:p>
        </p:txBody>
      </p:sp>
    </p:spTree>
    <p:extLst>
      <p:ext uri="{BB962C8B-B14F-4D97-AF65-F5344CB8AC3E}">
        <p14:creationId xmlns:p14="http://schemas.microsoft.com/office/powerpoint/2010/main" val="1935516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Winds which are moving the gas from active regions of </a:t>
            </a:r>
          </a:p>
        </p:txBody>
      </p:sp>
      <p:sp>
        <p:nvSpPr>
          <p:cNvPr id="4" name="Slide Number Placeholder 3"/>
          <p:cNvSpPr>
            <a:spLocks noGrp="1"/>
          </p:cNvSpPr>
          <p:nvPr>
            <p:ph type="sldNum" sz="quarter" idx="5"/>
          </p:nvPr>
        </p:nvSpPr>
        <p:spPr/>
        <p:txBody>
          <a:bodyPr/>
          <a:lstStyle/>
          <a:p>
            <a:fld id="{97CF8D38-E5DF-4A7A-9C26-52A0419ED0DC}" type="slidenum">
              <a:rPr lang="en-GB" smtClean="0"/>
              <a:t>5</a:t>
            </a:fld>
            <a:endParaRPr lang="en-GB"/>
          </a:p>
        </p:txBody>
      </p:sp>
    </p:spTree>
    <p:extLst>
      <p:ext uri="{BB962C8B-B14F-4D97-AF65-F5344CB8AC3E}">
        <p14:creationId xmlns:p14="http://schemas.microsoft.com/office/powerpoint/2010/main" val="152310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7CF8D38-E5DF-4A7A-9C26-52A0419ED0DC}" type="slidenum">
              <a:rPr lang="en-GB" smtClean="0"/>
              <a:t>6</a:t>
            </a:fld>
            <a:endParaRPr lang="en-GB"/>
          </a:p>
        </p:txBody>
      </p:sp>
    </p:spTree>
    <p:extLst>
      <p:ext uri="{BB962C8B-B14F-4D97-AF65-F5344CB8AC3E}">
        <p14:creationId xmlns:p14="http://schemas.microsoft.com/office/powerpoint/2010/main" val="144241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E4177BB-201C-4BE1-8CA1-39FC9F8BC8F0}" type="slidenum">
              <a:rPr lang="en-GB" smtClean="0"/>
              <a:t>7</a:t>
            </a:fld>
            <a:endParaRPr lang="en-GB"/>
          </a:p>
        </p:txBody>
      </p:sp>
    </p:spTree>
    <p:extLst>
      <p:ext uri="{BB962C8B-B14F-4D97-AF65-F5344CB8AC3E}">
        <p14:creationId xmlns:p14="http://schemas.microsoft.com/office/powerpoint/2010/main" val="586468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E4177BB-201C-4BE1-8CA1-39FC9F8BC8F0}" type="slidenum">
              <a:rPr lang="en-GB" smtClean="0"/>
              <a:t>8</a:t>
            </a:fld>
            <a:endParaRPr lang="en-GB"/>
          </a:p>
        </p:txBody>
      </p:sp>
    </p:spTree>
    <p:extLst>
      <p:ext uri="{BB962C8B-B14F-4D97-AF65-F5344CB8AC3E}">
        <p14:creationId xmlns:p14="http://schemas.microsoft.com/office/powerpoint/2010/main" val="2161404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E05B5-8E7B-8F00-80BC-A4666705C0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F612C4C-69B9-EFBB-A81A-36349ADF62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54A48A-1ED7-01F5-B48A-DD50D93BAEEF}"/>
              </a:ext>
            </a:extLst>
          </p:cNvPr>
          <p:cNvSpPr>
            <a:spLocks noGrp="1"/>
          </p:cNvSpPr>
          <p:nvPr>
            <p:ph type="dt" sz="half" idx="10"/>
          </p:nvPr>
        </p:nvSpPr>
        <p:spPr/>
        <p:txBody>
          <a:bodyPr/>
          <a:lstStyle/>
          <a:p>
            <a:fld id="{F9BB38CF-8D7F-428D-B7AF-819739570A87}" type="datetimeFigureOut">
              <a:rPr lang="en-GB" smtClean="0"/>
              <a:t>17/03/2026</a:t>
            </a:fld>
            <a:endParaRPr lang="en-GB"/>
          </a:p>
        </p:txBody>
      </p:sp>
      <p:sp>
        <p:nvSpPr>
          <p:cNvPr id="5" name="Footer Placeholder 4">
            <a:extLst>
              <a:ext uri="{FF2B5EF4-FFF2-40B4-BE49-F238E27FC236}">
                <a16:creationId xmlns:a16="http://schemas.microsoft.com/office/drawing/2014/main" id="{B6CF5DAD-008F-DB21-2082-6646B507BE4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7403528-689A-7D49-AC02-5A29F440E411}"/>
              </a:ext>
            </a:extLst>
          </p:cNvPr>
          <p:cNvSpPr>
            <a:spLocks noGrp="1"/>
          </p:cNvSpPr>
          <p:nvPr>
            <p:ph type="sldNum" sz="quarter" idx="12"/>
          </p:nvPr>
        </p:nvSpPr>
        <p:spPr/>
        <p:txBody>
          <a:bodyPr/>
          <a:lstStyle/>
          <a:p>
            <a:fld id="{57381F13-CD10-45CB-9B67-7547E19BCDD2}" type="slidenum">
              <a:rPr lang="en-GB" smtClean="0"/>
              <a:t>‹#›</a:t>
            </a:fld>
            <a:endParaRPr lang="en-GB"/>
          </a:p>
        </p:txBody>
      </p:sp>
    </p:spTree>
    <p:extLst>
      <p:ext uri="{BB962C8B-B14F-4D97-AF65-F5344CB8AC3E}">
        <p14:creationId xmlns:p14="http://schemas.microsoft.com/office/powerpoint/2010/main" val="780315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6C89E-90B2-48A4-67D8-C051286BC78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8E0F4-82CD-1410-502C-2EAB7A0A17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08E14C2-DAB1-4126-1F7C-9B530639280A}"/>
              </a:ext>
            </a:extLst>
          </p:cNvPr>
          <p:cNvSpPr>
            <a:spLocks noGrp="1"/>
          </p:cNvSpPr>
          <p:nvPr>
            <p:ph type="dt" sz="half" idx="10"/>
          </p:nvPr>
        </p:nvSpPr>
        <p:spPr/>
        <p:txBody>
          <a:bodyPr/>
          <a:lstStyle/>
          <a:p>
            <a:fld id="{F9BB38CF-8D7F-428D-B7AF-819739570A87}" type="datetimeFigureOut">
              <a:rPr lang="en-GB" smtClean="0"/>
              <a:t>17/03/2026</a:t>
            </a:fld>
            <a:endParaRPr lang="en-GB"/>
          </a:p>
        </p:txBody>
      </p:sp>
      <p:sp>
        <p:nvSpPr>
          <p:cNvPr id="5" name="Footer Placeholder 4">
            <a:extLst>
              <a:ext uri="{FF2B5EF4-FFF2-40B4-BE49-F238E27FC236}">
                <a16:creationId xmlns:a16="http://schemas.microsoft.com/office/drawing/2014/main" id="{584E1A78-76F9-D3A6-A5ED-AA39155066D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9A298C-D08E-CB25-5A3C-0E6D1709CD8C}"/>
              </a:ext>
            </a:extLst>
          </p:cNvPr>
          <p:cNvSpPr>
            <a:spLocks noGrp="1"/>
          </p:cNvSpPr>
          <p:nvPr>
            <p:ph type="sldNum" sz="quarter" idx="12"/>
          </p:nvPr>
        </p:nvSpPr>
        <p:spPr/>
        <p:txBody>
          <a:bodyPr/>
          <a:lstStyle/>
          <a:p>
            <a:fld id="{57381F13-CD10-45CB-9B67-7547E19BCDD2}" type="slidenum">
              <a:rPr lang="en-GB" smtClean="0"/>
              <a:t>‹#›</a:t>
            </a:fld>
            <a:endParaRPr lang="en-GB"/>
          </a:p>
        </p:txBody>
      </p:sp>
    </p:spTree>
    <p:extLst>
      <p:ext uri="{BB962C8B-B14F-4D97-AF65-F5344CB8AC3E}">
        <p14:creationId xmlns:p14="http://schemas.microsoft.com/office/powerpoint/2010/main" val="1062288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ABD23-7914-C72B-6CFA-65B7B766F7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98BD066-8F23-5B71-33F8-BACA262DA7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DFD8F5-61A8-2E67-E263-1103F3D52CDF}"/>
              </a:ext>
            </a:extLst>
          </p:cNvPr>
          <p:cNvSpPr>
            <a:spLocks noGrp="1"/>
          </p:cNvSpPr>
          <p:nvPr>
            <p:ph type="dt" sz="half" idx="10"/>
          </p:nvPr>
        </p:nvSpPr>
        <p:spPr/>
        <p:txBody>
          <a:bodyPr/>
          <a:lstStyle/>
          <a:p>
            <a:fld id="{F9BB38CF-8D7F-428D-B7AF-819739570A87}" type="datetimeFigureOut">
              <a:rPr lang="en-GB" smtClean="0"/>
              <a:t>17/03/2026</a:t>
            </a:fld>
            <a:endParaRPr lang="en-GB"/>
          </a:p>
        </p:txBody>
      </p:sp>
      <p:sp>
        <p:nvSpPr>
          <p:cNvPr id="5" name="Footer Placeholder 4">
            <a:extLst>
              <a:ext uri="{FF2B5EF4-FFF2-40B4-BE49-F238E27FC236}">
                <a16:creationId xmlns:a16="http://schemas.microsoft.com/office/drawing/2014/main" id="{D89289CE-92D4-5665-1DB2-01B7D18409B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BA903C0-1757-AEF6-317B-5B04FF2569A4}"/>
              </a:ext>
            </a:extLst>
          </p:cNvPr>
          <p:cNvSpPr>
            <a:spLocks noGrp="1"/>
          </p:cNvSpPr>
          <p:nvPr>
            <p:ph type="sldNum" sz="quarter" idx="12"/>
          </p:nvPr>
        </p:nvSpPr>
        <p:spPr/>
        <p:txBody>
          <a:bodyPr/>
          <a:lstStyle/>
          <a:p>
            <a:fld id="{57381F13-CD10-45CB-9B67-7547E19BCDD2}" type="slidenum">
              <a:rPr lang="en-GB" smtClean="0"/>
              <a:t>‹#›</a:t>
            </a:fld>
            <a:endParaRPr lang="en-GB"/>
          </a:p>
        </p:txBody>
      </p:sp>
    </p:spTree>
    <p:extLst>
      <p:ext uri="{BB962C8B-B14F-4D97-AF65-F5344CB8AC3E}">
        <p14:creationId xmlns:p14="http://schemas.microsoft.com/office/powerpoint/2010/main" val="672970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FCC70-E037-425D-8BA4-218FE82C216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3CEF97-CDC9-792E-4170-A1D300DB7C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DFBA430-DE83-637B-82CB-3D67F44FE7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FECD72D-320A-BFEB-4309-CC91092F4812}"/>
              </a:ext>
            </a:extLst>
          </p:cNvPr>
          <p:cNvSpPr>
            <a:spLocks noGrp="1"/>
          </p:cNvSpPr>
          <p:nvPr>
            <p:ph type="dt" sz="half" idx="10"/>
          </p:nvPr>
        </p:nvSpPr>
        <p:spPr/>
        <p:txBody>
          <a:bodyPr/>
          <a:lstStyle/>
          <a:p>
            <a:fld id="{F9BB38CF-8D7F-428D-B7AF-819739570A87}" type="datetimeFigureOut">
              <a:rPr lang="en-GB" smtClean="0"/>
              <a:t>17/03/2026</a:t>
            </a:fld>
            <a:endParaRPr lang="en-GB"/>
          </a:p>
        </p:txBody>
      </p:sp>
      <p:sp>
        <p:nvSpPr>
          <p:cNvPr id="6" name="Footer Placeholder 5">
            <a:extLst>
              <a:ext uri="{FF2B5EF4-FFF2-40B4-BE49-F238E27FC236}">
                <a16:creationId xmlns:a16="http://schemas.microsoft.com/office/drawing/2014/main" id="{42BB8088-C331-BB4B-33D1-611E501BD3B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E15AA4A-FCBD-D540-73C7-9D0F9986969B}"/>
              </a:ext>
            </a:extLst>
          </p:cNvPr>
          <p:cNvSpPr>
            <a:spLocks noGrp="1"/>
          </p:cNvSpPr>
          <p:nvPr>
            <p:ph type="sldNum" sz="quarter" idx="12"/>
          </p:nvPr>
        </p:nvSpPr>
        <p:spPr/>
        <p:txBody>
          <a:bodyPr/>
          <a:lstStyle/>
          <a:p>
            <a:fld id="{57381F13-CD10-45CB-9B67-7547E19BCDD2}" type="slidenum">
              <a:rPr lang="en-GB" smtClean="0"/>
              <a:t>‹#›</a:t>
            </a:fld>
            <a:endParaRPr lang="en-GB"/>
          </a:p>
        </p:txBody>
      </p:sp>
    </p:spTree>
    <p:extLst>
      <p:ext uri="{BB962C8B-B14F-4D97-AF65-F5344CB8AC3E}">
        <p14:creationId xmlns:p14="http://schemas.microsoft.com/office/powerpoint/2010/main" val="4020292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AB0B2-0481-C33A-08AF-FD86BE52691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4992CB8-EB60-E75B-34C2-AB0916C8C8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07B2F6-2556-A4D4-F640-63E45AF7CE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1647546-F261-C66A-8D60-09C93C5F0A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9E6343-48D2-61EB-4D29-75442E4A2E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A9770DC-B1DF-88EE-F533-2D2D8B6136AC}"/>
              </a:ext>
            </a:extLst>
          </p:cNvPr>
          <p:cNvSpPr>
            <a:spLocks noGrp="1"/>
          </p:cNvSpPr>
          <p:nvPr>
            <p:ph type="dt" sz="half" idx="10"/>
          </p:nvPr>
        </p:nvSpPr>
        <p:spPr/>
        <p:txBody>
          <a:bodyPr/>
          <a:lstStyle/>
          <a:p>
            <a:fld id="{F9BB38CF-8D7F-428D-B7AF-819739570A87}" type="datetimeFigureOut">
              <a:rPr lang="en-GB" smtClean="0"/>
              <a:t>17/03/2026</a:t>
            </a:fld>
            <a:endParaRPr lang="en-GB"/>
          </a:p>
        </p:txBody>
      </p:sp>
      <p:sp>
        <p:nvSpPr>
          <p:cNvPr id="8" name="Footer Placeholder 7">
            <a:extLst>
              <a:ext uri="{FF2B5EF4-FFF2-40B4-BE49-F238E27FC236}">
                <a16:creationId xmlns:a16="http://schemas.microsoft.com/office/drawing/2014/main" id="{856D90E1-26EE-A70E-00BF-B7FC5ABB9ED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A5F048B-FA44-3811-C0BE-7651AD4FB43D}"/>
              </a:ext>
            </a:extLst>
          </p:cNvPr>
          <p:cNvSpPr>
            <a:spLocks noGrp="1"/>
          </p:cNvSpPr>
          <p:nvPr>
            <p:ph type="sldNum" sz="quarter" idx="12"/>
          </p:nvPr>
        </p:nvSpPr>
        <p:spPr/>
        <p:txBody>
          <a:bodyPr/>
          <a:lstStyle/>
          <a:p>
            <a:fld id="{57381F13-CD10-45CB-9B67-7547E19BCDD2}" type="slidenum">
              <a:rPr lang="en-GB" smtClean="0"/>
              <a:t>‹#›</a:t>
            </a:fld>
            <a:endParaRPr lang="en-GB"/>
          </a:p>
        </p:txBody>
      </p:sp>
    </p:spTree>
    <p:extLst>
      <p:ext uri="{BB962C8B-B14F-4D97-AF65-F5344CB8AC3E}">
        <p14:creationId xmlns:p14="http://schemas.microsoft.com/office/powerpoint/2010/main" val="2514240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7369B-424D-5A6B-B9D1-77704CE1B41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0AA5A8E-24C8-19E9-036E-AF24C1F3059B}"/>
              </a:ext>
            </a:extLst>
          </p:cNvPr>
          <p:cNvSpPr>
            <a:spLocks noGrp="1"/>
          </p:cNvSpPr>
          <p:nvPr>
            <p:ph type="dt" sz="half" idx="10"/>
          </p:nvPr>
        </p:nvSpPr>
        <p:spPr/>
        <p:txBody>
          <a:bodyPr/>
          <a:lstStyle/>
          <a:p>
            <a:fld id="{F9BB38CF-8D7F-428D-B7AF-819739570A87}" type="datetimeFigureOut">
              <a:rPr lang="en-GB" smtClean="0"/>
              <a:t>17/03/2026</a:t>
            </a:fld>
            <a:endParaRPr lang="en-GB"/>
          </a:p>
        </p:txBody>
      </p:sp>
      <p:sp>
        <p:nvSpPr>
          <p:cNvPr id="4" name="Footer Placeholder 3">
            <a:extLst>
              <a:ext uri="{FF2B5EF4-FFF2-40B4-BE49-F238E27FC236}">
                <a16:creationId xmlns:a16="http://schemas.microsoft.com/office/drawing/2014/main" id="{A653CB05-F42D-556D-F890-5937D744EF0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AC94A67-97C4-A270-04EB-0177A279CEC4}"/>
              </a:ext>
            </a:extLst>
          </p:cNvPr>
          <p:cNvSpPr>
            <a:spLocks noGrp="1"/>
          </p:cNvSpPr>
          <p:nvPr>
            <p:ph type="sldNum" sz="quarter" idx="12"/>
          </p:nvPr>
        </p:nvSpPr>
        <p:spPr/>
        <p:txBody>
          <a:bodyPr/>
          <a:lstStyle/>
          <a:p>
            <a:fld id="{57381F13-CD10-45CB-9B67-7547E19BCDD2}" type="slidenum">
              <a:rPr lang="en-GB" smtClean="0"/>
              <a:t>‹#›</a:t>
            </a:fld>
            <a:endParaRPr lang="en-GB"/>
          </a:p>
        </p:txBody>
      </p:sp>
    </p:spTree>
    <p:extLst>
      <p:ext uri="{BB962C8B-B14F-4D97-AF65-F5344CB8AC3E}">
        <p14:creationId xmlns:p14="http://schemas.microsoft.com/office/powerpoint/2010/main" val="2956106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3DCB58-25DD-10F2-0BD7-A53F23F3899A}"/>
              </a:ext>
            </a:extLst>
          </p:cNvPr>
          <p:cNvSpPr>
            <a:spLocks noGrp="1"/>
          </p:cNvSpPr>
          <p:nvPr>
            <p:ph type="dt" sz="half" idx="10"/>
          </p:nvPr>
        </p:nvSpPr>
        <p:spPr/>
        <p:txBody>
          <a:bodyPr/>
          <a:lstStyle/>
          <a:p>
            <a:fld id="{F9BB38CF-8D7F-428D-B7AF-819739570A87}" type="datetimeFigureOut">
              <a:rPr lang="en-GB" smtClean="0"/>
              <a:t>17/03/2026</a:t>
            </a:fld>
            <a:endParaRPr lang="en-GB"/>
          </a:p>
        </p:txBody>
      </p:sp>
      <p:sp>
        <p:nvSpPr>
          <p:cNvPr id="3" name="Footer Placeholder 2">
            <a:extLst>
              <a:ext uri="{FF2B5EF4-FFF2-40B4-BE49-F238E27FC236}">
                <a16:creationId xmlns:a16="http://schemas.microsoft.com/office/drawing/2014/main" id="{A06556E2-9BDF-7389-38C6-AE36158CA6D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9EAB6BF-F25D-81AB-426D-10E1C8628700}"/>
              </a:ext>
            </a:extLst>
          </p:cNvPr>
          <p:cNvSpPr>
            <a:spLocks noGrp="1"/>
          </p:cNvSpPr>
          <p:nvPr>
            <p:ph type="sldNum" sz="quarter" idx="12"/>
          </p:nvPr>
        </p:nvSpPr>
        <p:spPr/>
        <p:txBody>
          <a:bodyPr/>
          <a:lstStyle/>
          <a:p>
            <a:fld id="{57381F13-CD10-45CB-9B67-7547E19BCDD2}" type="slidenum">
              <a:rPr lang="en-GB" smtClean="0"/>
              <a:t>‹#›</a:t>
            </a:fld>
            <a:endParaRPr lang="en-GB"/>
          </a:p>
        </p:txBody>
      </p:sp>
    </p:spTree>
    <p:extLst>
      <p:ext uri="{BB962C8B-B14F-4D97-AF65-F5344CB8AC3E}">
        <p14:creationId xmlns:p14="http://schemas.microsoft.com/office/powerpoint/2010/main" val="1751890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64847-D131-7FC3-C9A4-C512CFF9E5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E59F1AB-7EF4-3557-41D4-67F72AF79B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3D5EE8C-BCED-43A8-7BEB-7F4308F978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78E3D-3F04-DDB4-0B2D-F9DAB276F753}"/>
              </a:ext>
            </a:extLst>
          </p:cNvPr>
          <p:cNvSpPr>
            <a:spLocks noGrp="1"/>
          </p:cNvSpPr>
          <p:nvPr>
            <p:ph type="dt" sz="half" idx="10"/>
          </p:nvPr>
        </p:nvSpPr>
        <p:spPr/>
        <p:txBody>
          <a:bodyPr/>
          <a:lstStyle/>
          <a:p>
            <a:fld id="{F9BB38CF-8D7F-428D-B7AF-819739570A87}" type="datetimeFigureOut">
              <a:rPr lang="en-GB" smtClean="0"/>
              <a:t>17/03/2026</a:t>
            </a:fld>
            <a:endParaRPr lang="en-GB"/>
          </a:p>
        </p:txBody>
      </p:sp>
      <p:sp>
        <p:nvSpPr>
          <p:cNvPr id="6" name="Footer Placeholder 5">
            <a:extLst>
              <a:ext uri="{FF2B5EF4-FFF2-40B4-BE49-F238E27FC236}">
                <a16:creationId xmlns:a16="http://schemas.microsoft.com/office/drawing/2014/main" id="{D7AB6D2D-585C-CEA2-DF07-F2CA3865F97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473815F-4AFC-7D82-10C1-ED5B60F17A0F}"/>
              </a:ext>
            </a:extLst>
          </p:cNvPr>
          <p:cNvSpPr>
            <a:spLocks noGrp="1"/>
          </p:cNvSpPr>
          <p:nvPr>
            <p:ph type="sldNum" sz="quarter" idx="12"/>
          </p:nvPr>
        </p:nvSpPr>
        <p:spPr/>
        <p:txBody>
          <a:bodyPr/>
          <a:lstStyle/>
          <a:p>
            <a:fld id="{57381F13-CD10-45CB-9B67-7547E19BCDD2}" type="slidenum">
              <a:rPr lang="en-GB" smtClean="0"/>
              <a:t>‹#›</a:t>
            </a:fld>
            <a:endParaRPr lang="en-GB"/>
          </a:p>
        </p:txBody>
      </p:sp>
    </p:spTree>
    <p:extLst>
      <p:ext uri="{BB962C8B-B14F-4D97-AF65-F5344CB8AC3E}">
        <p14:creationId xmlns:p14="http://schemas.microsoft.com/office/powerpoint/2010/main" val="2211563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C5F8E-4B41-5D3D-9730-A7E7E5222B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DCBE46B-4A7B-F538-9E02-5F5AEEFE11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1CBA6BF-3F39-9CB1-27EF-57A9FAF14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DEED54-0C01-10DC-479A-370DA54FE07A}"/>
              </a:ext>
            </a:extLst>
          </p:cNvPr>
          <p:cNvSpPr>
            <a:spLocks noGrp="1"/>
          </p:cNvSpPr>
          <p:nvPr>
            <p:ph type="dt" sz="half" idx="10"/>
          </p:nvPr>
        </p:nvSpPr>
        <p:spPr/>
        <p:txBody>
          <a:bodyPr/>
          <a:lstStyle/>
          <a:p>
            <a:fld id="{F9BB38CF-8D7F-428D-B7AF-819739570A87}" type="datetimeFigureOut">
              <a:rPr lang="en-GB" smtClean="0"/>
              <a:t>17/03/2026</a:t>
            </a:fld>
            <a:endParaRPr lang="en-GB"/>
          </a:p>
        </p:txBody>
      </p:sp>
      <p:sp>
        <p:nvSpPr>
          <p:cNvPr id="6" name="Footer Placeholder 5">
            <a:extLst>
              <a:ext uri="{FF2B5EF4-FFF2-40B4-BE49-F238E27FC236}">
                <a16:creationId xmlns:a16="http://schemas.microsoft.com/office/drawing/2014/main" id="{B3C4A58C-0F13-9287-5909-587FD7DEA12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047F4E-2D91-2D91-CC48-52317A8B937E}"/>
              </a:ext>
            </a:extLst>
          </p:cNvPr>
          <p:cNvSpPr>
            <a:spLocks noGrp="1"/>
          </p:cNvSpPr>
          <p:nvPr>
            <p:ph type="sldNum" sz="quarter" idx="12"/>
          </p:nvPr>
        </p:nvSpPr>
        <p:spPr/>
        <p:txBody>
          <a:bodyPr/>
          <a:lstStyle/>
          <a:p>
            <a:fld id="{57381F13-CD10-45CB-9B67-7547E19BCDD2}" type="slidenum">
              <a:rPr lang="en-GB" smtClean="0"/>
              <a:t>‹#›</a:t>
            </a:fld>
            <a:endParaRPr lang="en-GB"/>
          </a:p>
        </p:txBody>
      </p:sp>
    </p:spTree>
    <p:extLst>
      <p:ext uri="{BB962C8B-B14F-4D97-AF65-F5344CB8AC3E}">
        <p14:creationId xmlns:p14="http://schemas.microsoft.com/office/powerpoint/2010/main" val="1037506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39CAD-DAF9-AC77-628F-64830D0F006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4964861-4522-6113-5DD2-40DA0FCCA2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2C24075-7F2D-688E-6001-36B589707FB5}"/>
              </a:ext>
            </a:extLst>
          </p:cNvPr>
          <p:cNvSpPr>
            <a:spLocks noGrp="1"/>
          </p:cNvSpPr>
          <p:nvPr>
            <p:ph type="dt" sz="half" idx="10"/>
          </p:nvPr>
        </p:nvSpPr>
        <p:spPr/>
        <p:txBody>
          <a:bodyPr/>
          <a:lstStyle/>
          <a:p>
            <a:fld id="{F9BB38CF-8D7F-428D-B7AF-819739570A87}" type="datetimeFigureOut">
              <a:rPr lang="en-GB" smtClean="0"/>
              <a:t>17/03/2026</a:t>
            </a:fld>
            <a:endParaRPr lang="en-GB"/>
          </a:p>
        </p:txBody>
      </p:sp>
      <p:sp>
        <p:nvSpPr>
          <p:cNvPr id="5" name="Footer Placeholder 4">
            <a:extLst>
              <a:ext uri="{FF2B5EF4-FFF2-40B4-BE49-F238E27FC236}">
                <a16:creationId xmlns:a16="http://schemas.microsoft.com/office/drawing/2014/main" id="{39196113-681C-BF35-39AD-91593B7A59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90C23F1-7B00-BBE3-9F28-5D5DE3589521}"/>
              </a:ext>
            </a:extLst>
          </p:cNvPr>
          <p:cNvSpPr>
            <a:spLocks noGrp="1"/>
          </p:cNvSpPr>
          <p:nvPr>
            <p:ph type="sldNum" sz="quarter" idx="12"/>
          </p:nvPr>
        </p:nvSpPr>
        <p:spPr/>
        <p:txBody>
          <a:bodyPr/>
          <a:lstStyle/>
          <a:p>
            <a:fld id="{57381F13-CD10-45CB-9B67-7547E19BCDD2}" type="slidenum">
              <a:rPr lang="en-GB" smtClean="0"/>
              <a:t>‹#›</a:t>
            </a:fld>
            <a:endParaRPr lang="en-GB"/>
          </a:p>
        </p:txBody>
      </p:sp>
    </p:spTree>
    <p:extLst>
      <p:ext uri="{BB962C8B-B14F-4D97-AF65-F5344CB8AC3E}">
        <p14:creationId xmlns:p14="http://schemas.microsoft.com/office/powerpoint/2010/main" val="744863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2BF39E-C2A2-A9AE-0C1F-6D70BEDC7EF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F7D59A7-A7C2-C207-49DD-EF24CB4204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DC09EC4-8781-2968-6C57-A4225ECC0EE6}"/>
              </a:ext>
            </a:extLst>
          </p:cNvPr>
          <p:cNvSpPr>
            <a:spLocks noGrp="1"/>
          </p:cNvSpPr>
          <p:nvPr>
            <p:ph type="dt" sz="half" idx="10"/>
          </p:nvPr>
        </p:nvSpPr>
        <p:spPr/>
        <p:txBody>
          <a:bodyPr/>
          <a:lstStyle/>
          <a:p>
            <a:fld id="{F9BB38CF-8D7F-428D-B7AF-819739570A87}" type="datetimeFigureOut">
              <a:rPr lang="en-GB" smtClean="0"/>
              <a:t>17/03/2026</a:t>
            </a:fld>
            <a:endParaRPr lang="en-GB"/>
          </a:p>
        </p:txBody>
      </p:sp>
      <p:sp>
        <p:nvSpPr>
          <p:cNvPr id="5" name="Footer Placeholder 4">
            <a:extLst>
              <a:ext uri="{FF2B5EF4-FFF2-40B4-BE49-F238E27FC236}">
                <a16:creationId xmlns:a16="http://schemas.microsoft.com/office/drawing/2014/main" id="{E8AD3699-AB0E-CF33-4F99-2B6BF833E61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804FD1C-F48F-E1B9-BBC2-902A50EB4926}"/>
              </a:ext>
            </a:extLst>
          </p:cNvPr>
          <p:cNvSpPr>
            <a:spLocks noGrp="1"/>
          </p:cNvSpPr>
          <p:nvPr>
            <p:ph type="sldNum" sz="quarter" idx="12"/>
          </p:nvPr>
        </p:nvSpPr>
        <p:spPr/>
        <p:txBody>
          <a:bodyPr/>
          <a:lstStyle/>
          <a:p>
            <a:fld id="{57381F13-CD10-45CB-9B67-7547E19BCDD2}" type="slidenum">
              <a:rPr lang="en-GB" smtClean="0"/>
              <a:t>‹#›</a:t>
            </a:fld>
            <a:endParaRPr lang="en-GB"/>
          </a:p>
        </p:txBody>
      </p:sp>
    </p:spTree>
    <p:extLst>
      <p:ext uri="{BB962C8B-B14F-4D97-AF65-F5344CB8AC3E}">
        <p14:creationId xmlns:p14="http://schemas.microsoft.com/office/powerpoint/2010/main" val="2744199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7658B3-A867-49A4-BB5A-FA51C2E1FE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4CA2640-D5A0-1A54-E13F-07B905EB0C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E35C21-CCA7-C5B6-A0AA-085897594E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BB38CF-8D7F-428D-B7AF-819739570A87}" type="datetimeFigureOut">
              <a:rPr lang="en-GB" smtClean="0"/>
              <a:t>17/03/2026</a:t>
            </a:fld>
            <a:endParaRPr lang="en-GB"/>
          </a:p>
        </p:txBody>
      </p:sp>
      <p:sp>
        <p:nvSpPr>
          <p:cNvPr id="5" name="Footer Placeholder 4">
            <a:extLst>
              <a:ext uri="{FF2B5EF4-FFF2-40B4-BE49-F238E27FC236}">
                <a16:creationId xmlns:a16="http://schemas.microsoft.com/office/drawing/2014/main" id="{2245606F-9CCB-223B-AE31-FFE1345BE0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F1F4258B-63CC-0610-5E9A-6E9A3B6B6E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381F13-CD10-45CB-9B67-7547E19BCDD2}" type="slidenum">
              <a:rPr lang="en-GB" smtClean="0"/>
              <a:t>‹#›</a:t>
            </a:fld>
            <a:endParaRPr lang="en-GB"/>
          </a:p>
        </p:txBody>
      </p:sp>
    </p:spTree>
    <p:extLst>
      <p:ext uri="{BB962C8B-B14F-4D97-AF65-F5344CB8AC3E}">
        <p14:creationId xmlns:p14="http://schemas.microsoft.com/office/powerpoint/2010/main" val="32081905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cosmicrays/DRAGON" TargetMode="External"/><Relationship Id="rId2" Type="http://schemas.openxmlformats.org/officeDocument/2006/relationships/hyperlink" Target="https://github.com/cosmicrays/DRAGON2-Beta_version"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arxiv.org/abs/1711.09616" TargetMode="External"/><Relationship Id="rId4" Type="http://schemas.openxmlformats.org/officeDocument/2006/relationships/hyperlink" Target="https://arxiv.org/abs/1607.07886"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customXml" Target="../ink/ink4.xml"/><Relationship Id="rId18" Type="http://schemas.openxmlformats.org/officeDocument/2006/relationships/image" Target="../media/image33.png"/><Relationship Id="rId3" Type="http://schemas.openxmlformats.org/officeDocument/2006/relationships/image" Target="../media/image7.png"/><Relationship Id="rId21" Type="http://schemas.openxmlformats.org/officeDocument/2006/relationships/customXml" Target="../ink/ink8.xml"/><Relationship Id="rId7" Type="http://schemas.openxmlformats.org/officeDocument/2006/relationships/customXml" Target="../ink/ink1.xml"/><Relationship Id="rId12" Type="http://schemas.openxmlformats.org/officeDocument/2006/relationships/image" Target="../media/image30.png"/><Relationship Id="rId17" Type="http://schemas.openxmlformats.org/officeDocument/2006/relationships/customXml" Target="../ink/ink6.xml"/><Relationship Id="rId2" Type="http://schemas.openxmlformats.org/officeDocument/2006/relationships/notesSlide" Target="../notesSlides/notesSlide3.xml"/><Relationship Id="rId16" Type="http://schemas.openxmlformats.org/officeDocument/2006/relationships/image" Target="../media/image32.png"/><Relationship Id="rId20"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customXml" Target="../ink/ink3.xml"/><Relationship Id="rId24" Type="http://schemas.openxmlformats.org/officeDocument/2006/relationships/image" Target="../media/image37.png"/><Relationship Id="rId5" Type="http://schemas.openxmlformats.org/officeDocument/2006/relationships/image" Target="../media/image8.png"/><Relationship Id="rId15" Type="http://schemas.openxmlformats.org/officeDocument/2006/relationships/customXml" Target="../ink/ink5.xml"/><Relationship Id="rId23" Type="http://schemas.openxmlformats.org/officeDocument/2006/relationships/image" Target="../media/image9.jpeg"/><Relationship Id="rId10" Type="http://schemas.openxmlformats.org/officeDocument/2006/relationships/image" Target="../media/image29.png"/><Relationship Id="rId19" Type="http://schemas.openxmlformats.org/officeDocument/2006/relationships/customXml" Target="../ink/ink7.xml"/><Relationship Id="rId4" Type="http://schemas.openxmlformats.org/officeDocument/2006/relationships/image" Target="../media/image5.png"/><Relationship Id="rId9" Type="http://schemas.openxmlformats.org/officeDocument/2006/relationships/customXml" Target="../ink/ink2.xml"/><Relationship Id="rId14" Type="http://schemas.openxmlformats.org/officeDocument/2006/relationships/image" Target="../media/image31.png"/><Relationship Id="rId22" Type="http://schemas.openxmlformats.org/officeDocument/2006/relationships/image" Target="../media/image35.png"/></Relationships>
</file>

<file path=ppt/slides/_rels/slide5.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customXml" Target="../ink/ink12.xml"/><Relationship Id="rId18" Type="http://schemas.openxmlformats.org/officeDocument/2006/relationships/image" Target="../media/image43.png"/><Relationship Id="rId26" Type="http://schemas.openxmlformats.org/officeDocument/2006/relationships/image" Target="../media/image37.png"/><Relationship Id="rId3" Type="http://schemas.openxmlformats.org/officeDocument/2006/relationships/image" Target="../media/image7.png"/><Relationship Id="rId21" Type="http://schemas.openxmlformats.org/officeDocument/2006/relationships/customXml" Target="../ink/ink16.xml"/><Relationship Id="rId7" Type="http://schemas.openxmlformats.org/officeDocument/2006/relationships/customXml" Target="../ink/ink9.xml"/><Relationship Id="rId12" Type="http://schemas.openxmlformats.org/officeDocument/2006/relationships/image" Target="../media/image40.png"/><Relationship Id="rId17" Type="http://schemas.openxmlformats.org/officeDocument/2006/relationships/customXml" Target="../ink/ink14.xml"/><Relationship Id="rId25" Type="http://schemas.openxmlformats.org/officeDocument/2006/relationships/image" Target="../media/image9.jpeg"/><Relationship Id="rId2" Type="http://schemas.openxmlformats.org/officeDocument/2006/relationships/notesSlide" Target="../notesSlides/notesSlide4.xml"/><Relationship Id="rId16" Type="http://schemas.openxmlformats.org/officeDocument/2006/relationships/image" Target="../media/image42.png"/><Relationship Id="rId20"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customXml" Target="../ink/ink11.xml"/><Relationship Id="rId24" Type="http://schemas.openxmlformats.org/officeDocument/2006/relationships/image" Target="../media/image46.png"/><Relationship Id="rId5" Type="http://schemas.openxmlformats.org/officeDocument/2006/relationships/image" Target="../media/image8.png"/><Relationship Id="rId15" Type="http://schemas.openxmlformats.org/officeDocument/2006/relationships/customXml" Target="../ink/ink13.xml"/><Relationship Id="rId23" Type="http://schemas.openxmlformats.org/officeDocument/2006/relationships/customXml" Target="../ink/ink17.xml"/><Relationship Id="rId10" Type="http://schemas.openxmlformats.org/officeDocument/2006/relationships/image" Target="../media/image39.png"/><Relationship Id="rId19" Type="http://schemas.openxmlformats.org/officeDocument/2006/relationships/customXml" Target="../ink/ink15.xml"/><Relationship Id="rId4" Type="http://schemas.openxmlformats.org/officeDocument/2006/relationships/image" Target="../media/image5.png"/><Relationship Id="rId9" Type="http://schemas.openxmlformats.org/officeDocument/2006/relationships/customXml" Target="../ink/ink10.xml"/><Relationship Id="rId14" Type="http://schemas.openxmlformats.org/officeDocument/2006/relationships/image" Target="../media/image41.png"/><Relationship Id="rId22" Type="http://schemas.openxmlformats.org/officeDocument/2006/relationships/image" Target="../media/image45.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51.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27.png"/><Relationship Id="rId5" Type="http://schemas.openxmlformats.org/officeDocument/2006/relationships/image" Target="../media/image8.png"/><Relationship Id="rId4" Type="http://schemas.openxmlformats.org/officeDocument/2006/relationships/image" Target="../media/image5.png"/><Relationship Id="rId1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customXml" Target="../ink/ink22.xml"/><Relationship Id="rId18" Type="http://schemas.openxmlformats.org/officeDocument/2006/relationships/image" Target="../media/image48.png"/><Relationship Id="rId26" Type="http://schemas.openxmlformats.org/officeDocument/2006/relationships/image" Target="../media/image54.png"/><Relationship Id="rId3" Type="http://schemas.openxmlformats.org/officeDocument/2006/relationships/image" Target="../media/image18.png"/><Relationship Id="rId21" Type="http://schemas.openxmlformats.org/officeDocument/2006/relationships/customXml" Target="../ink/ink26.xml"/><Relationship Id="rId7" Type="http://schemas.openxmlformats.org/officeDocument/2006/relationships/customXml" Target="../ink/ink19.xml"/><Relationship Id="rId12" Type="http://schemas.openxmlformats.org/officeDocument/2006/relationships/image" Target="../media/image26.png"/><Relationship Id="rId17" Type="http://schemas.openxmlformats.org/officeDocument/2006/relationships/customXml" Target="../ink/ink24.xml"/><Relationship Id="rId25" Type="http://schemas.openxmlformats.org/officeDocument/2006/relationships/customXml" Target="../ink/ink28.xml"/><Relationship Id="rId2" Type="http://schemas.openxmlformats.org/officeDocument/2006/relationships/notesSlide" Target="../notesSlides/notesSlide7.xml"/><Relationship Id="rId16" Type="http://schemas.openxmlformats.org/officeDocument/2006/relationships/image" Target="../media/image47.png"/><Relationship Id="rId20" Type="http://schemas.openxmlformats.org/officeDocument/2006/relationships/image" Target="../media/image49.png"/><Relationship Id="rId29"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customXml" Target="../ink/ink21.xml"/><Relationship Id="rId24" Type="http://schemas.openxmlformats.org/officeDocument/2006/relationships/image" Target="../media/image53.png"/><Relationship Id="rId5" Type="http://schemas.openxmlformats.org/officeDocument/2006/relationships/customXml" Target="../ink/ink18.xml"/><Relationship Id="rId15" Type="http://schemas.openxmlformats.org/officeDocument/2006/relationships/customXml" Target="../ink/ink23.xml"/><Relationship Id="rId23" Type="http://schemas.openxmlformats.org/officeDocument/2006/relationships/customXml" Target="../ink/ink27.xml"/><Relationship Id="rId28" Type="http://schemas.openxmlformats.org/officeDocument/2006/relationships/image" Target="../media/image20.png"/><Relationship Id="rId10" Type="http://schemas.openxmlformats.org/officeDocument/2006/relationships/image" Target="../media/image25.png"/><Relationship Id="rId19" Type="http://schemas.openxmlformats.org/officeDocument/2006/relationships/customXml" Target="../ink/ink25.xml"/><Relationship Id="rId4" Type="http://schemas.openxmlformats.org/officeDocument/2006/relationships/image" Target="../media/image15.png"/><Relationship Id="rId9" Type="http://schemas.openxmlformats.org/officeDocument/2006/relationships/customXml" Target="../ink/ink20.xml"/><Relationship Id="rId14" Type="http://schemas.openxmlformats.org/officeDocument/2006/relationships/image" Target="../media/image36.png"/><Relationship Id="rId22" Type="http://schemas.openxmlformats.org/officeDocument/2006/relationships/image" Target="../media/image52.png"/><Relationship Id="rId27"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55D232C-AD2B-46B3-B0AA-BB1E9196090B}"/>
              </a:ext>
            </a:extLst>
          </p:cNvPr>
          <p:cNvSpPr/>
          <p:nvPr/>
        </p:nvSpPr>
        <p:spPr>
          <a:xfrm>
            <a:off x="0" y="0"/>
            <a:ext cx="12192000" cy="6858000"/>
          </a:xfrm>
          <a:prstGeom prst="rect">
            <a:avLst/>
          </a:prstGeom>
          <a:blipFill>
            <a:blip r:embed="rId3">
              <a:alphaModFix amt="20000"/>
            </a:blip>
            <a:tile tx="0" ty="0" sx="100000" sy="100000" flip="none" algn="tl"/>
          </a:bli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2" name="Title 1">
            <a:extLst>
              <a:ext uri="{FF2B5EF4-FFF2-40B4-BE49-F238E27FC236}">
                <a16:creationId xmlns:a16="http://schemas.microsoft.com/office/drawing/2014/main" id="{5F3F4CAA-1C9A-4967-B1B6-54A109DB5F08}"/>
              </a:ext>
            </a:extLst>
          </p:cNvPr>
          <p:cNvSpPr>
            <a:spLocks noGrp="1"/>
          </p:cNvSpPr>
          <p:nvPr>
            <p:ph type="ctrTitle"/>
          </p:nvPr>
        </p:nvSpPr>
        <p:spPr>
          <a:xfrm>
            <a:off x="105598" y="4366967"/>
            <a:ext cx="8886002" cy="723193"/>
          </a:xfrm>
        </p:spPr>
        <p:txBody>
          <a:bodyPr>
            <a:normAutofit/>
          </a:bodyPr>
          <a:lstStyle/>
          <a:p>
            <a:r>
              <a:rPr lang="en-GB" sz="3200" dirty="0">
                <a:solidFill>
                  <a:schemeClr val="accent1">
                    <a:lumMod val="75000"/>
                  </a:schemeClr>
                </a:solidFill>
                <a:effectLst>
                  <a:outerShdw blurRad="38100" dist="38100" dir="2700000" algn="tl">
                    <a:srgbClr val="000000">
                      <a:alpha val="43137"/>
                    </a:srgbClr>
                  </a:outerShdw>
                </a:effectLst>
              </a:rPr>
              <a:t>Palestinian Advanced School - 2026</a:t>
            </a:r>
          </a:p>
        </p:txBody>
      </p:sp>
      <p:sp>
        <p:nvSpPr>
          <p:cNvPr id="3" name="Subtitle 2">
            <a:extLst>
              <a:ext uri="{FF2B5EF4-FFF2-40B4-BE49-F238E27FC236}">
                <a16:creationId xmlns:a16="http://schemas.microsoft.com/office/drawing/2014/main" id="{933A1F72-FD12-4CC0-95C2-80E35153C591}"/>
              </a:ext>
            </a:extLst>
          </p:cNvPr>
          <p:cNvSpPr>
            <a:spLocks noGrp="1"/>
          </p:cNvSpPr>
          <p:nvPr>
            <p:ph type="subTitle" idx="1"/>
          </p:nvPr>
        </p:nvSpPr>
        <p:spPr>
          <a:xfrm>
            <a:off x="1710424" y="1957798"/>
            <a:ext cx="9140456" cy="1521487"/>
          </a:xfrm>
        </p:spPr>
        <p:txBody>
          <a:bodyPr>
            <a:noAutofit/>
          </a:bodyPr>
          <a:lstStyle/>
          <a:p>
            <a:r>
              <a:rPr lang="it-IT" sz="5400" b="1" kern="150" dirty="0">
                <a:effectLst>
                  <a:outerShdw blurRad="38100" dist="38100" dir="2700000" algn="tl">
                    <a:srgbClr val="000000">
                      <a:alpha val="43137"/>
                    </a:srgbClr>
                  </a:outerShdw>
                </a:effectLst>
                <a:latin typeface="Times New Roman" panose="02020603050405020304" pitchFamily="18" charset="0"/>
                <a:ea typeface="SimSun" panose="02010600030101010101" pitchFamily="2" charset="-122"/>
                <a:cs typeface="Mangal" panose="02040503050203030202" pitchFamily="18" charset="0"/>
              </a:rPr>
              <a:t>Cosmic-ray propagation with the </a:t>
            </a:r>
            <a:r>
              <a:rPr lang="it-IT" sz="5400" b="1" i="1" kern="150" dirty="0">
                <a:effectLst>
                  <a:outerShdw blurRad="38100" dist="38100" dir="2700000" algn="tl">
                    <a:srgbClr val="000000">
                      <a:alpha val="43137"/>
                    </a:srgbClr>
                  </a:outerShdw>
                </a:effectLst>
                <a:latin typeface="Times New Roman" panose="02020603050405020304" pitchFamily="18" charset="0"/>
                <a:ea typeface="SimSun" panose="02010600030101010101" pitchFamily="2" charset="-122"/>
                <a:cs typeface="Mangal" panose="02040503050203030202" pitchFamily="18" charset="0"/>
              </a:rPr>
              <a:t>DRAGON2</a:t>
            </a:r>
            <a:r>
              <a:rPr lang="it-IT" sz="5400" b="1" kern="150" dirty="0">
                <a:effectLst>
                  <a:outerShdw blurRad="38100" dist="38100" dir="2700000" algn="tl">
                    <a:srgbClr val="000000">
                      <a:alpha val="43137"/>
                    </a:srgbClr>
                  </a:outerShdw>
                </a:effectLst>
                <a:latin typeface="Times New Roman" panose="02020603050405020304" pitchFamily="18" charset="0"/>
                <a:ea typeface="SimSun" panose="02010600030101010101" pitchFamily="2" charset="-122"/>
                <a:cs typeface="Mangal" panose="02040503050203030202" pitchFamily="18" charset="0"/>
              </a:rPr>
              <a:t> code</a:t>
            </a:r>
            <a:endParaRPr lang="en-GB" sz="5400" b="1" kern="150" dirty="0">
              <a:effectLst>
                <a:outerShdw blurRad="38100" dist="38100" dir="2700000" algn="tl">
                  <a:srgbClr val="000000">
                    <a:alpha val="43137"/>
                  </a:srgbClr>
                </a:outerShdw>
              </a:effectLst>
              <a:latin typeface="Times New Roman" panose="02020603050405020304" pitchFamily="18" charset="0"/>
              <a:ea typeface="SimSun" panose="02010600030101010101" pitchFamily="2" charset="-122"/>
              <a:cs typeface="Mangal" panose="02040503050203030202" pitchFamily="18" charset="0"/>
            </a:endParaRPr>
          </a:p>
        </p:txBody>
      </p:sp>
      <p:pic>
        <p:nvPicPr>
          <p:cNvPr id="13" name="Picture 12" descr="A picture containing logo&#10;&#10;Description automatically generated">
            <a:extLst>
              <a:ext uri="{FF2B5EF4-FFF2-40B4-BE49-F238E27FC236}">
                <a16:creationId xmlns:a16="http://schemas.microsoft.com/office/drawing/2014/main" id="{8B48805E-7F7E-469B-959A-BAB1B7E5BC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31819" y="5336281"/>
            <a:ext cx="1104234" cy="1104234"/>
          </a:xfrm>
          <a:prstGeom prst="rect">
            <a:avLst/>
          </a:prstGeom>
        </p:spPr>
      </p:pic>
      <p:sp>
        <p:nvSpPr>
          <p:cNvPr id="8" name="TextBox 7">
            <a:extLst>
              <a:ext uri="{FF2B5EF4-FFF2-40B4-BE49-F238E27FC236}">
                <a16:creationId xmlns:a16="http://schemas.microsoft.com/office/drawing/2014/main" id="{304D0246-32E8-4A56-9B26-F1DC2B1BBB24}"/>
              </a:ext>
            </a:extLst>
          </p:cNvPr>
          <p:cNvSpPr txBox="1"/>
          <p:nvPr/>
        </p:nvSpPr>
        <p:spPr>
          <a:xfrm>
            <a:off x="349324" y="5702833"/>
            <a:ext cx="7140534" cy="646331"/>
          </a:xfrm>
          <a:prstGeom prst="rect">
            <a:avLst/>
          </a:prstGeom>
          <a:noFill/>
        </p:spPr>
        <p:txBody>
          <a:bodyPr wrap="square">
            <a:spAutoFit/>
          </a:bodyPr>
          <a:lstStyle/>
          <a:p>
            <a:pPr algn="just"/>
            <a:r>
              <a:rPr lang="it-IT" b="1" kern="150" dirty="0">
                <a:solidFill>
                  <a:schemeClr val="bg2">
                    <a:lumMod val="25000"/>
                  </a:schemeClr>
                </a:solidFill>
                <a:effectLst/>
                <a:latin typeface="Times New Roman" panose="02020603050405020304" pitchFamily="18" charset="0"/>
                <a:ea typeface="SimSun" panose="02010600030101010101" pitchFamily="2" charset="-122"/>
                <a:cs typeface="Mangal" panose="02040503050203030202" pitchFamily="18" charset="0"/>
              </a:rPr>
              <a:t>Pedro de la Torre Luque </a:t>
            </a:r>
          </a:p>
          <a:p>
            <a:pPr algn="just"/>
            <a:r>
              <a:rPr lang="it-IT" kern="150" dirty="0">
                <a:solidFill>
                  <a:schemeClr val="bg2">
                    <a:lumMod val="25000"/>
                  </a:schemeClr>
                </a:solidFill>
                <a:latin typeface="Times New Roman" panose="02020603050405020304" pitchFamily="18" charset="0"/>
                <a:ea typeface="SimSun" panose="02010600030101010101" pitchFamily="2" charset="-122"/>
                <a:cs typeface="Mangal" panose="02040503050203030202" pitchFamily="18" charset="0"/>
              </a:rPr>
              <a:t>pedro.delatorre@uam.es</a:t>
            </a:r>
            <a:endParaRPr lang="en-GB" kern="150" dirty="0">
              <a:solidFill>
                <a:schemeClr val="bg2">
                  <a:lumMod val="25000"/>
                </a:schemeClr>
              </a:solidFill>
              <a:effectLst/>
              <a:latin typeface="Times New Roman" panose="02020603050405020304" pitchFamily="18" charset="0"/>
              <a:ea typeface="SimSun" panose="02010600030101010101" pitchFamily="2" charset="-122"/>
              <a:cs typeface="Mangal" panose="02040503050203030202" pitchFamily="18" charset="0"/>
            </a:endParaRPr>
          </a:p>
        </p:txBody>
      </p:sp>
      <p:pic>
        <p:nvPicPr>
          <p:cNvPr id="5" name="Picture 2">
            <a:extLst>
              <a:ext uri="{FF2B5EF4-FFF2-40B4-BE49-F238E27FC236}">
                <a16:creationId xmlns:a16="http://schemas.microsoft.com/office/drawing/2014/main" id="{2199A0CE-08AC-23EE-858A-D977722394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167"/>
            <a:ext cx="4161336" cy="80463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49C66A8-1481-BCA2-E627-07C10D827414}"/>
              </a:ext>
            </a:extLst>
          </p:cNvPr>
          <p:cNvPicPr>
            <a:picLocks noChangeAspect="1"/>
          </p:cNvPicPr>
          <p:nvPr/>
        </p:nvPicPr>
        <p:blipFill>
          <a:blip r:embed="rId6"/>
          <a:stretch>
            <a:fillRect/>
          </a:stretch>
        </p:blipFill>
        <p:spPr>
          <a:xfrm>
            <a:off x="10791780" y="41834"/>
            <a:ext cx="1400220" cy="804633"/>
          </a:xfrm>
          <a:prstGeom prst="rect">
            <a:avLst/>
          </a:prstGeom>
        </p:spPr>
      </p:pic>
    </p:spTree>
    <p:extLst>
      <p:ext uri="{BB962C8B-B14F-4D97-AF65-F5344CB8AC3E}">
        <p14:creationId xmlns:p14="http://schemas.microsoft.com/office/powerpoint/2010/main" val="3540684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2BA4B-BF01-4D2D-92ED-87A23EBD7A2D}"/>
              </a:ext>
            </a:extLst>
          </p:cNvPr>
          <p:cNvSpPr>
            <a:spLocks noGrp="1"/>
          </p:cNvSpPr>
          <p:nvPr>
            <p:ph type="title"/>
          </p:nvPr>
        </p:nvSpPr>
        <p:spPr/>
        <p:txBody>
          <a:bodyPr/>
          <a:lstStyle/>
          <a:p>
            <a:r>
              <a:rPr lang="en-GB" sz="4400" b="1" dirty="0"/>
              <a:t>The </a:t>
            </a:r>
            <a:r>
              <a:rPr lang="en-GB" sz="4400" b="1" i="1" dirty="0"/>
              <a:t>DRAGON2</a:t>
            </a:r>
            <a:r>
              <a:rPr lang="en-GB" sz="4400" b="1" dirty="0"/>
              <a:t> code</a:t>
            </a:r>
            <a:endParaRPr lang="en-GB" dirty="0"/>
          </a:p>
        </p:txBody>
      </p:sp>
      <p:sp>
        <p:nvSpPr>
          <p:cNvPr id="3" name="Content Placeholder 2">
            <a:extLst>
              <a:ext uri="{FF2B5EF4-FFF2-40B4-BE49-F238E27FC236}">
                <a16:creationId xmlns:a16="http://schemas.microsoft.com/office/drawing/2014/main" id="{ABB0954F-66C2-4CEE-B713-44C0F396398F}"/>
              </a:ext>
            </a:extLst>
          </p:cNvPr>
          <p:cNvSpPr>
            <a:spLocks noGrp="1"/>
          </p:cNvSpPr>
          <p:nvPr>
            <p:ph idx="1"/>
          </p:nvPr>
        </p:nvSpPr>
        <p:spPr/>
        <p:txBody>
          <a:bodyPr>
            <a:normAutofit/>
          </a:bodyPr>
          <a:lstStyle/>
          <a:p>
            <a:pPr>
              <a:buFont typeface="Wingdings" panose="05000000000000000000" pitchFamily="2" charset="2"/>
              <a:buChar char="Ø"/>
            </a:pPr>
            <a:r>
              <a:rPr lang="en-GB" sz="2200" dirty="0">
                <a:solidFill>
                  <a:schemeClr val="tx1">
                    <a:alpha val="80000"/>
                  </a:schemeClr>
                </a:solidFill>
                <a:latin typeface="Calibri (Body)"/>
              </a:rPr>
              <a:t> </a:t>
            </a:r>
            <a:r>
              <a:rPr lang="en-GB" sz="2200" b="1" dirty="0">
                <a:solidFill>
                  <a:schemeClr val="tx1">
                    <a:alpha val="80000"/>
                  </a:schemeClr>
                </a:solidFill>
                <a:latin typeface="Calibri (Body)"/>
              </a:rPr>
              <a:t>Where to find and download it</a:t>
            </a:r>
          </a:p>
          <a:p>
            <a:pPr marL="914400" lvl="2" indent="0">
              <a:buNone/>
            </a:pPr>
            <a:r>
              <a:rPr lang="en-GB" sz="1800" dirty="0">
                <a:solidFill>
                  <a:schemeClr val="tx1">
                    <a:alpha val="80000"/>
                  </a:schemeClr>
                </a:solidFill>
                <a:latin typeface="Calibri (Body)"/>
                <a:hlinkClick r:id="rId2"/>
              </a:rPr>
              <a:t>https://github.com/cosmicrays/DRAGON2-Beta_version</a:t>
            </a:r>
            <a:endParaRPr lang="en-GB" sz="1800" dirty="0">
              <a:solidFill>
                <a:schemeClr val="tx1">
                  <a:alpha val="80000"/>
                </a:schemeClr>
              </a:solidFill>
              <a:latin typeface="Calibri (Body)"/>
            </a:endParaRPr>
          </a:p>
          <a:p>
            <a:pPr marL="914400" lvl="2" indent="0">
              <a:buNone/>
            </a:pPr>
            <a:endParaRPr lang="en-GB" sz="2200" dirty="0">
              <a:solidFill>
                <a:schemeClr val="tx1">
                  <a:alpha val="80000"/>
                </a:schemeClr>
              </a:solidFill>
              <a:latin typeface="Calibri (Body)"/>
            </a:endParaRPr>
          </a:p>
          <a:p>
            <a:pPr>
              <a:buFont typeface="Wingdings" panose="05000000000000000000" pitchFamily="2" charset="2"/>
              <a:buChar char="Ø"/>
            </a:pPr>
            <a:r>
              <a:rPr lang="en-GB" sz="2200" dirty="0">
                <a:solidFill>
                  <a:schemeClr val="tx1">
                    <a:alpha val="80000"/>
                  </a:schemeClr>
                </a:solidFill>
                <a:latin typeface="Calibri (Body)"/>
              </a:rPr>
              <a:t> </a:t>
            </a:r>
            <a:r>
              <a:rPr lang="en-GB" sz="2200" b="1" dirty="0">
                <a:solidFill>
                  <a:schemeClr val="tx1">
                    <a:alpha val="80000"/>
                  </a:schemeClr>
                </a:solidFill>
                <a:latin typeface="Calibri (Body)"/>
              </a:rPr>
              <a:t>Previous version of the code</a:t>
            </a:r>
          </a:p>
          <a:p>
            <a:pPr marL="914400" lvl="2" indent="0">
              <a:buNone/>
            </a:pPr>
            <a:r>
              <a:rPr lang="en-GB" sz="1800" u="sng" dirty="0">
                <a:solidFill>
                  <a:schemeClr val="tx1">
                    <a:alpha val="80000"/>
                  </a:schemeClr>
                </a:solidFill>
                <a:effectLst/>
                <a:latin typeface="Calibri (Body)"/>
                <a:ea typeface="Arial" panose="020B0604020202020204" pitchFamily="34" charset="0"/>
                <a:hlinkClick r:id="rId3"/>
              </a:rPr>
              <a:t>https://github.com/cosmicrays/DRAGON</a:t>
            </a:r>
            <a:endParaRPr lang="en-GB" sz="1800" u="sng" dirty="0">
              <a:solidFill>
                <a:schemeClr val="tx1">
                  <a:alpha val="80000"/>
                </a:schemeClr>
              </a:solidFill>
              <a:effectLst/>
              <a:latin typeface="Calibri (Body)"/>
              <a:ea typeface="Arial" panose="020B0604020202020204" pitchFamily="34" charset="0"/>
            </a:endParaRPr>
          </a:p>
          <a:p>
            <a:pPr marL="914400" lvl="2" indent="0">
              <a:buNone/>
            </a:pPr>
            <a:endParaRPr lang="en-GB" sz="1800" u="sng" dirty="0">
              <a:solidFill>
                <a:schemeClr val="tx1">
                  <a:alpha val="80000"/>
                </a:schemeClr>
              </a:solidFill>
              <a:latin typeface="Calibri (Body)"/>
            </a:endParaRPr>
          </a:p>
          <a:p>
            <a:pPr marL="0" indent="0">
              <a:buNone/>
            </a:pPr>
            <a:r>
              <a:rPr lang="en-GB" sz="2200" b="1" dirty="0">
                <a:solidFill>
                  <a:schemeClr val="tx1">
                    <a:alpha val="80000"/>
                  </a:schemeClr>
                </a:solidFill>
                <a:latin typeface="Calibri (Body)"/>
              </a:rPr>
              <a:t> Technical papers</a:t>
            </a:r>
          </a:p>
          <a:p>
            <a:pPr marL="0" indent="0">
              <a:buNone/>
            </a:pPr>
            <a:endParaRPr lang="en-GB" sz="100" b="1" dirty="0">
              <a:solidFill>
                <a:schemeClr val="tx1">
                  <a:alpha val="80000"/>
                </a:schemeClr>
              </a:solidFill>
              <a:latin typeface="Calibri (Body)"/>
            </a:endParaRPr>
          </a:p>
          <a:p>
            <a:pPr marL="457200" lvl="1" indent="0">
              <a:buNone/>
            </a:pPr>
            <a:r>
              <a:rPr lang="es-ES" sz="1800" i="1" u="none" strike="noStrike" dirty="0" err="1">
                <a:solidFill>
                  <a:schemeClr val="tx1">
                    <a:alpha val="80000"/>
                  </a:schemeClr>
                </a:solidFill>
                <a:latin typeface="Calibri (Body)"/>
                <a:ea typeface="Arial" panose="020B0604020202020204" pitchFamily="34" charset="0"/>
              </a:rPr>
              <a:t>Numerical</a:t>
            </a:r>
            <a:r>
              <a:rPr lang="es-ES" sz="1800" i="1" u="none" strike="noStrike" dirty="0">
                <a:solidFill>
                  <a:schemeClr val="tx1">
                    <a:alpha val="80000"/>
                  </a:schemeClr>
                </a:solidFill>
                <a:latin typeface="Calibri (Body)"/>
                <a:ea typeface="Arial" panose="020B0604020202020204" pitchFamily="34" charset="0"/>
              </a:rPr>
              <a:t> </a:t>
            </a:r>
            <a:r>
              <a:rPr lang="es-ES" sz="1800" i="1" u="none" strike="noStrike" dirty="0" err="1">
                <a:solidFill>
                  <a:schemeClr val="tx1">
                    <a:alpha val="80000"/>
                  </a:schemeClr>
                </a:solidFill>
                <a:latin typeface="Calibri (Body)"/>
                <a:ea typeface="Arial" panose="020B0604020202020204" pitchFamily="34" charset="0"/>
              </a:rPr>
              <a:t>solver</a:t>
            </a:r>
            <a:r>
              <a:rPr lang="es-ES" sz="1800" i="1" u="none" strike="noStrike" dirty="0">
                <a:solidFill>
                  <a:schemeClr val="tx1">
                    <a:alpha val="80000"/>
                  </a:schemeClr>
                </a:solidFill>
                <a:latin typeface="Calibri (Body)"/>
                <a:ea typeface="Arial" panose="020B0604020202020204" pitchFamily="34" charset="0"/>
              </a:rPr>
              <a:t> and </a:t>
            </a:r>
            <a:r>
              <a:rPr lang="es-ES" sz="1800" i="1" u="none" strike="noStrike" dirty="0" err="1">
                <a:solidFill>
                  <a:schemeClr val="tx1">
                    <a:alpha val="80000"/>
                  </a:schemeClr>
                </a:solidFill>
                <a:latin typeface="Calibri (Body)"/>
                <a:ea typeface="Arial" panose="020B0604020202020204" pitchFamily="34" charset="0"/>
              </a:rPr>
              <a:t>astrophysical</a:t>
            </a:r>
            <a:r>
              <a:rPr lang="es-ES" sz="1800" i="1" u="none" strike="noStrike" dirty="0">
                <a:solidFill>
                  <a:schemeClr val="tx1">
                    <a:alpha val="80000"/>
                  </a:schemeClr>
                </a:solidFill>
                <a:latin typeface="Calibri (Body)"/>
                <a:ea typeface="Arial" panose="020B0604020202020204" pitchFamily="34" charset="0"/>
              </a:rPr>
              <a:t> </a:t>
            </a:r>
            <a:r>
              <a:rPr lang="es-ES" sz="1800" i="1" u="none" strike="noStrike" dirty="0" err="1">
                <a:solidFill>
                  <a:schemeClr val="tx1">
                    <a:alpha val="80000"/>
                  </a:schemeClr>
                </a:solidFill>
                <a:latin typeface="Calibri (Body)"/>
                <a:ea typeface="Arial" panose="020B0604020202020204" pitchFamily="34" charset="0"/>
              </a:rPr>
              <a:t>ingredients</a:t>
            </a:r>
            <a:endParaRPr lang="en-GB" sz="1800" i="1" dirty="0">
              <a:solidFill>
                <a:schemeClr val="tx1">
                  <a:alpha val="80000"/>
                </a:schemeClr>
              </a:solidFill>
              <a:latin typeface="Calibri (Body)"/>
              <a:ea typeface="Arial" panose="020B0604020202020204" pitchFamily="34" charset="0"/>
            </a:endParaRPr>
          </a:p>
          <a:p>
            <a:pPr marL="914400" lvl="2" indent="0">
              <a:buNone/>
            </a:pPr>
            <a:r>
              <a:rPr lang="es-ES" sz="1800" u="sng" dirty="0">
                <a:solidFill>
                  <a:schemeClr val="tx1">
                    <a:alpha val="80000"/>
                  </a:schemeClr>
                </a:solidFill>
                <a:effectLst/>
                <a:latin typeface="Calibri (Body)"/>
                <a:ea typeface="Arial" panose="020B0604020202020204" pitchFamily="34" charset="0"/>
                <a:hlinkClick r:id="rId4"/>
              </a:rPr>
              <a:t>https://arxiv.org/abs/1607.07886</a:t>
            </a:r>
            <a:endParaRPr lang="es-ES" sz="1800" u="sng" dirty="0">
              <a:solidFill>
                <a:schemeClr val="tx1">
                  <a:alpha val="80000"/>
                </a:schemeClr>
              </a:solidFill>
              <a:effectLst/>
              <a:latin typeface="Calibri (Body)"/>
              <a:ea typeface="Arial" panose="020B0604020202020204" pitchFamily="34" charset="0"/>
            </a:endParaRPr>
          </a:p>
          <a:p>
            <a:pPr marL="914400" lvl="2" indent="0">
              <a:buNone/>
            </a:pPr>
            <a:endParaRPr lang="en-GB" sz="400" dirty="0">
              <a:solidFill>
                <a:schemeClr val="tx1">
                  <a:alpha val="80000"/>
                </a:schemeClr>
              </a:solidFill>
              <a:latin typeface="Calibri (Body)"/>
              <a:ea typeface="Arial" panose="020B0604020202020204" pitchFamily="34" charset="0"/>
            </a:endParaRPr>
          </a:p>
          <a:p>
            <a:pPr marL="457200" indent="0">
              <a:buNone/>
            </a:pPr>
            <a:r>
              <a:rPr lang="en-GB" sz="1800" i="1" u="none" strike="noStrike" dirty="0">
                <a:solidFill>
                  <a:schemeClr val="tx1">
                    <a:alpha val="80000"/>
                  </a:schemeClr>
                </a:solidFill>
                <a:latin typeface="Calibri (Body)"/>
                <a:ea typeface="Arial" panose="020B0604020202020204" pitchFamily="34" charset="0"/>
              </a:rPr>
              <a:t>Nuclear interactions with the interstellar gas</a:t>
            </a:r>
          </a:p>
          <a:p>
            <a:pPr marL="914400" lvl="2" indent="0">
              <a:buNone/>
            </a:pPr>
            <a:r>
              <a:rPr lang="en-GB" sz="1800" u="sng" dirty="0">
                <a:solidFill>
                  <a:schemeClr val="tx1">
                    <a:alpha val="80000"/>
                  </a:schemeClr>
                </a:solidFill>
                <a:effectLst/>
                <a:latin typeface="Calibri (Body)"/>
                <a:ea typeface="Arial" panose="020B0604020202020204" pitchFamily="34" charset="0"/>
                <a:hlinkClick r:id="rId5"/>
              </a:rPr>
              <a:t>https://arxiv.org/abs/1711.09616</a:t>
            </a:r>
            <a:endParaRPr lang="en-GB" sz="1800" dirty="0">
              <a:solidFill>
                <a:schemeClr val="tx1">
                  <a:alpha val="80000"/>
                </a:schemeClr>
              </a:solidFill>
              <a:effectLst/>
              <a:latin typeface="Calibri (Body)"/>
              <a:ea typeface="Arial" panose="020B0604020202020204" pitchFamily="34" charset="0"/>
            </a:endParaRPr>
          </a:p>
          <a:p>
            <a:pPr marL="0" indent="0">
              <a:buNone/>
            </a:pPr>
            <a:endParaRPr lang="en-GB" dirty="0"/>
          </a:p>
        </p:txBody>
      </p:sp>
      <p:sp>
        <p:nvSpPr>
          <p:cNvPr id="4" name="Slide Number Placeholder 3">
            <a:extLst>
              <a:ext uri="{FF2B5EF4-FFF2-40B4-BE49-F238E27FC236}">
                <a16:creationId xmlns:a16="http://schemas.microsoft.com/office/drawing/2014/main" id="{4E897E34-DC43-486C-A2E7-C4021FDCCF85}"/>
              </a:ext>
            </a:extLst>
          </p:cNvPr>
          <p:cNvSpPr>
            <a:spLocks noGrp="1"/>
          </p:cNvSpPr>
          <p:nvPr>
            <p:ph type="sldNum" sz="quarter" idx="12"/>
          </p:nvPr>
        </p:nvSpPr>
        <p:spPr/>
        <p:txBody>
          <a:bodyPr/>
          <a:lstStyle/>
          <a:p>
            <a:fld id="{22575A84-A01E-4477-BEC3-178D27864C62}" type="slidenum">
              <a:rPr lang="en-GB" smtClean="0"/>
              <a:t>2</a:t>
            </a:fld>
            <a:endParaRPr lang="en-GB"/>
          </a:p>
        </p:txBody>
      </p:sp>
      <p:pic>
        <p:nvPicPr>
          <p:cNvPr id="7" name="Picture 6" descr="A picture containing logo&#10;&#10;Description automatically generated">
            <a:extLst>
              <a:ext uri="{FF2B5EF4-FFF2-40B4-BE49-F238E27FC236}">
                <a16:creationId xmlns:a16="http://schemas.microsoft.com/office/drawing/2014/main" id="{12F2DB1E-9A20-4196-B9BE-D4E3CF53B33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73533" y="1479480"/>
            <a:ext cx="3217334" cy="3217334"/>
          </a:xfrm>
          <a:prstGeom prst="rect">
            <a:avLst/>
          </a:prstGeom>
        </p:spPr>
      </p:pic>
    </p:spTree>
    <p:extLst>
      <p:ext uri="{BB962C8B-B14F-4D97-AF65-F5344CB8AC3E}">
        <p14:creationId xmlns:p14="http://schemas.microsoft.com/office/powerpoint/2010/main" val="1486823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C1956D-E0F3-415D-9926-E0F8E3BCBB95}"/>
                  </a:ext>
                </a:extLst>
              </p:cNvPr>
              <p:cNvSpPr>
                <a:spLocks noGrp="1"/>
              </p:cNvSpPr>
              <p:nvPr>
                <p:ph idx="1"/>
              </p:nvPr>
            </p:nvSpPr>
            <p:spPr>
              <a:xfrm>
                <a:off x="838200" y="1599597"/>
                <a:ext cx="10515600" cy="4351338"/>
              </a:xfrm>
            </p:spPr>
            <p:txBody>
              <a:bodyPr/>
              <a:lstStyle/>
              <a:p>
                <a:pPr marL="0" indent="0">
                  <a:buNone/>
                </a:pPr>
                <a:r>
                  <a:rPr lang="en-GB" sz="2200" i="1" dirty="0">
                    <a:effectLst>
                      <a:outerShdw blurRad="38100" dist="38100" dir="2700000" algn="tl">
                        <a:srgbClr val="000000">
                          <a:alpha val="43137"/>
                        </a:srgbClr>
                      </a:outerShdw>
                    </a:effectLst>
                  </a:rPr>
                  <a:t>DRAGON2</a:t>
                </a:r>
                <a:r>
                  <a:rPr lang="en-GB" sz="2200" dirty="0"/>
                  <a:t> is written in C++, taking also some routines written in Fortran.</a:t>
                </a:r>
              </a:p>
              <a:p>
                <a:pPr marL="0" indent="0">
                  <a:buNone/>
                </a:pPr>
                <a:endParaRPr lang="en-GB" sz="700" dirty="0"/>
              </a:p>
              <a:p>
                <a:pPr marL="0" indent="0">
                  <a:buNone/>
                </a:pPr>
                <a:r>
                  <a:rPr lang="en-GB" sz="2200" dirty="0"/>
                  <a:t>Generally, it is aimed at numerically solving the propagation equation of charged cosmic rays (CRs) in the </a:t>
                </a:r>
                <a:r>
                  <a:rPr lang="en-GB" sz="2200" b="1" dirty="0"/>
                  <a:t>Galaxy</a:t>
                </a:r>
                <a:r>
                  <a:rPr lang="en-GB" sz="2200" dirty="0"/>
                  <a:t>. It is able to compute the density of CR particles </a:t>
                </a:r>
                <a14:m>
                  <m:oMath xmlns:m="http://schemas.openxmlformats.org/officeDocument/2006/math">
                    <m:d>
                      <m:dPr>
                        <m:ctrlPr>
                          <a:rPr lang="el-GR" sz="2200" b="0" i="1" smtClean="0">
                            <a:latin typeface="Cambria Math" panose="02040503050406030204" pitchFamily="18" charset="0"/>
                          </a:rPr>
                        </m:ctrlPr>
                      </m:dPr>
                      <m:e>
                        <m:f>
                          <m:fPr>
                            <m:ctrlPr>
                              <a:rPr lang="en-GB" sz="2200" i="1">
                                <a:latin typeface="Cambria Math" panose="02040503050406030204" pitchFamily="18" charset="0"/>
                              </a:rPr>
                            </m:ctrlPr>
                          </m:fPr>
                          <m:num>
                            <m:r>
                              <a:rPr lang="en-GB" sz="2200" i="1">
                                <a:latin typeface="Cambria Math" panose="02040503050406030204" pitchFamily="18" charset="0"/>
                              </a:rPr>
                              <m:t>𝜕</m:t>
                            </m:r>
                            <m:r>
                              <a:rPr lang="en-GB" sz="2200" i="1">
                                <a:latin typeface="Cambria Math" panose="02040503050406030204" pitchFamily="18" charset="0"/>
                              </a:rPr>
                              <m:t>𝑁</m:t>
                            </m:r>
                          </m:num>
                          <m:den>
                            <m:r>
                              <a:rPr lang="en-GB" sz="2200" i="1">
                                <a:latin typeface="Cambria Math" panose="02040503050406030204" pitchFamily="18" charset="0"/>
                              </a:rPr>
                              <m:t>𝜕</m:t>
                            </m:r>
                            <m:r>
                              <a:rPr lang="en-GB" sz="2200" b="0" i="1" smtClean="0">
                                <a:latin typeface="Cambria Math" panose="02040503050406030204" pitchFamily="18" charset="0"/>
                              </a:rPr>
                              <m:t>𝑅</m:t>
                            </m:r>
                            <m:r>
                              <a:rPr lang="en-GB" sz="2200" i="1">
                                <a:latin typeface="Cambria Math" panose="02040503050406030204" pitchFamily="18" charset="0"/>
                              </a:rPr>
                              <m:t> </m:t>
                            </m:r>
                            <m:r>
                              <a:rPr lang="en-GB" sz="2200" i="1">
                                <a:latin typeface="Cambria Math" panose="02040503050406030204" pitchFamily="18" charset="0"/>
                              </a:rPr>
                              <m:t>𝜕</m:t>
                            </m:r>
                            <m:r>
                              <a:rPr lang="en-GB" sz="2200" i="1">
                                <a:latin typeface="Cambria Math" panose="02040503050406030204" pitchFamily="18" charset="0"/>
                              </a:rPr>
                              <m:t>𝐴</m:t>
                            </m:r>
                            <m:r>
                              <a:rPr lang="en-GB" sz="2200" i="1">
                                <a:latin typeface="Cambria Math" panose="02040503050406030204" pitchFamily="18" charset="0"/>
                              </a:rPr>
                              <m:t> </m:t>
                            </m:r>
                            <m:r>
                              <a:rPr lang="en-GB" sz="2200" i="1">
                                <a:latin typeface="Cambria Math" panose="02040503050406030204" pitchFamily="18" charset="0"/>
                              </a:rPr>
                              <m:t>𝑑𝑡</m:t>
                            </m:r>
                            <m:r>
                              <a:rPr lang="en-GB" sz="2200" i="1">
                                <a:latin typeface="Cambria Math" panose="02040503050406030204" pitchFamily="18" charset="0"/>
                              </a:rPr>
                              <m:t> </m:t>
                            </m:r>
                            <m:r>
                              <a:rPr lang="en-GB" sz="2200" i="1">
                                <a:latin typeface="Cambria Math" panose="02040503050406030204" pitchFamily="18" charset="0"/>
                              </a:rPr>
                              <m:t>𝑑</m:t>
                            </m:r>
                            <m:r>
                              <m:rPr>
                                <m:sty m:val="p"/>
                              </m:rPr>
                              <a:rPr lang="el-GR" sz="2200" i="1">
                                <a:latin typeface="Cambria Math" panose="02040503050406030204" pitchFamily="18" charset="0"/>
                              </a:rPr>
                              <m:t>Ω</m:t>
                            </m:r>
                          </m:den>
                        </m:f>
                      </m:e>
                    </m:d>
                  </m:oMath>
                </a14:m>
                <a:r>
                  <a:rPr lang="en-GB" sz="2200" dirty="0"/>
                  <a:t> at whatever position in the Galaxy and energy range.</a:t>
                </a:r>
              </a:p>
              <a:p>
                <a:pPr marL="0" indent="0">
                  <a:buNone/>
                </a:pPr>
                <a:endParaRPr lang="en-GB" sz="700" dirty="0"/>
              </a:p>
              <a:p>
                <a:pPr marL="0" indent="0">
                  <a:buNone/>
                </a:pPr>
                <a:r>
                  <a:rPr lang="en-GB" sz="2200" dirty="0"/>
                  <a:t>It implements some predefined functions for each of the terms involved in the propagation equation and offers the possibility to adjust their parameters in the input.</a:t>
                </a:r>
              </a:p>
              <a:p>
                <a:pPr marL="0" indent="0">
                  <a:buNone/>
                </a:pPr>
                <a:endParaRPr lang="en-GB" dirty="0"/>
              </a:p>
              <a:p>
                <a:pPr marL="0" indent="0">
                  <a:buNone/>
                </a:pPr>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98C1956D-E0F3-415D-9926-E0F8E3BCBB95}"/>
                  </a:ext>
                </a:extLst>
              </p:cNvPr>
              <p:cNvSpPr>
                <a:spLocks noGrp="1" noRot="1" noChangeAspect="1" noMove="1" noResize="1" noEditPoints="1" noAdjustHandles="1" noChangeArrowheads="1" noChangeShapeType="1" noTextEdit="1"/>
              </p:cNvSpPr>
              <p:nvPr>
                <p:ph idx="1"/>
              </p:nvPr>
            </p:nvSpPr>
            <p:spPr>
              <a:xfrm>
                <a:off x="838200" y="1599597"/>
                <a:ext cx="10515600" cy="4351338"/>
              </a:xfrm>
              <a:blipFill>
                <a:blip r:embed="rId3"/>
                <a:stretch>
                  <a:fillRect l="-812" t="-1821" r="-98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2149A540-4D07-4C8B-8272-F8A0496B92A1}"/>
              </a:ext>
            </a:extLst>
          </p:cNvPr>
          <p:cNvSpPr>
            <a:spLocks noGrp="1"/>
          </p:cNvSpPr>
          <p:nvPr>
            <p:ph type="sldNum" sz="quarter" idx="12"/>
          </p:nvPr>
        </p:nvSpPr>
        <p:spPr/>
        <p:txBody>
          <a:bodyPr/>
          <a:lstStyle/>
          <a:p>
            <a:fld id="{22575A84-A01E-4477-BEC3-178D27864C62}" type="slidenum">
              <a:rPr lang="en-GB" smtClean="0"/>
              <a:t>3</a:t>
            </a:fld>
            <a:endParaRPr lang="en-GB"/>
          </a:p>
        </p:txBody>
      </p:sp>
      <p:pic>
        <p:nvPicPr>
          <p:cNvPr id="5" name="Picture 4">
            <a:extLst>
              <a:ext uri="{FF2B5EF4-FFF2-40B4-BE49-F238E27FC236}">
                <a16:creationId xmlns:a16="http://schemas.microsoft.com/office/drawing/2014/main" id="{15786435-8B05-4691-8587-A220939DB8C5}"/>
              </a:ext>
            </a:extLst>
          </p:cNvPr>
          <p:cNvPicPr>
            <a:picLocks noChangeAspect="1"/>
          </p:cNvPicPr>
          <p:nvPr/>
        </p:nvPicPr>
        <p:blipFill>
          <a:blip r:embed="rId4"/>
          <a:stretch>
            <a:fillRect/>
          </a:stretch>
        </p:blipFill>
        <p:spPr>
          <a:xfrm>
            <a:off x="1348108" y="4651784"/>
            <a:ext cx="8977420" cy="1755936"/>
          </a:xfrm>
          <a:prstGeom prst="rect">
            <a:avLst/>
          </a:prstGeom>
          <a:solidFill>
            <a:schemeClr val="bg2">
              <a:lumMod val="50000"/>
            </a:schemeClr>
          </a:solidFill>
          <a:ln>
            <a:noFill/>
          </a:ln>
          <a:effectLst>
            <a:outerShdw blurRad="57785" dist="33020" dir="3180000" algn="ctr">
              <a:srgbClr val="000000">
                <a:alpha val="30000"/>
              </a:srgbClr>
            </a:outerShdw>
            <a:softEdge rad="63500"/>
          </a:effectLst>
          <a:scene3d>
            <a:camera prst="orthographicFront">
              <a:rot lat="0" lon="0" rev="0"/>
            </a:camera>
            <a:lightRig rig="brightRoom" dir="t">
              <a:rot lat="0" lon="0" rev="600000"/>
            </a:lightRig>
          </a:scene3d>
          <a:sp3d prstMaterial="metal">
            <a:bevelT w="38100" h="57150" prst="angle"/>
          </a:sp3d>
        </p:spPr>
      </p:pic>
      <p:sp>
        <p:nvSpPr>
          <p:cNvPr id="11" name="Title 1">
            <a:extLst>
              <a:ext uri="{FF2B5EF4-FFF2-40B4-BE49-F238E27FC236}">
                <a16:creationId xmlns:a16="http://schemas.microsoft.com/office/drawing/2014/main" id="{C54683E6-6D3C-4D0D-BD4C-8BC8F34CF110}"/>
              </a:ext>
            </a:extLst>
          </p:cNvPr>
          <p:cNvSpPr>
            <a:spLocks noGrp="1"/>
          </p:cNvSpPr>
          <p:nvPr>
            <p:ph type="title"/>
          </p:nvPr>
        </p:nvSpPr>
        <p:spPr>
          <a:xfrm>
            <a:off x="838200" y="365125"/>
            <a:ext cx="10515600" cy="1325563"/>
          </a:xfrm>
        </p:spPr>
        <p:txBody>
          <a:bodyPr/>
          <a:lstStyle/>
          <a:p>
            <a:r>
              <a:rPr lang="en-GB" sz="4400" b="1" dirty="0"/>
              <a:t>The </a:t>
            </a:r>
            <a:r>
              <a:rPr lang="en-GB" sz="4400" b="1" i="1" dirty="0"/>
              <a:t>DRAGON2</a:t>
            </a:r>
            <a:r>
              <a:rPr lang="en-GB" sz="4400" b="1" dirty="0"/>
              <a:t> code</a:t>
            </a:r>
            <a:endParaRPr lang="en-GB" dirty="0"/>
          </a:p>
        </p:txBody>
      </p:sp>
    </p:spTree>
    <p:extLst>
      <p:ext uri="{BB962C8B-B14F-4D97-AF65-F5344CB8AC3E}">
        <p14:creationId xmlns:p14="http://schemas.microsoft.com/office/powerpoint/2010/main" val="1306141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596AFD-D3DA-4877-9A7B-297AD4C226F8}"/>
              </a:ext>
            </a:extLst>
          </p:cNvPr>
          <p:cNvPicPr>
            <a:picLocks noChangeAspect="1"/>
          </p:cNvPicPr>
          <p:nvPr/>
        </p:nvPicPr>
        <p:blipFill>
          <a:blip r:embed="rId3"/>
          <a:stretch>
            <a:fillRect/>
          </a:stretch>
        </p:blipFill>
        <p:spPr>
          <a:xfrm>
            <a:off x="1386227" y="2852062"/>
            <a:ext cx="10012121" cy="1958318"/>
          </a:xfrm>
          <a:prstGeom prst="rect">
            <a:avLst/>
          </a:prstGeom>
        </p:spPr>
      </p:pic>
      <p:sp>
        <p:nvSpPr>
          <p:cNvPr id="14" name="Title 5">
            <a:extLst>
              <a:ext uri="{FF2B5EF4-FFF2-40B4-BE49-F238E27FC236}">
                <a16:creationId xmlns:a16="http://schemas.microsoft.com/office/drawing/2014/main" id="{86B076C5-BBCB-4E03-BF90-C1FA92F84022}"/>
              </a:ext>
            </a:extLst>
          </p:cNvPr>
          <p:cNvSpPr txBox="1">
            <a:spLocks/>
          </p:cNvSpPr>
          <p:nvPr/>
        </p:nvSpPr>
        <p:spPr>
          <a:xfrm>
            <a:off x="785120" y="394237"/>
            <a:ext cx="10515600"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4000" b="1" dirty="0"/>
          </a:p>
        </p:txBody>
      </p:sp>
      <p:sp>
        <p:nvSpPr>
          <p:cNvPr id="18" name="Rectangle 17">
            <a:extLst>
              <a:ext uri="{FF2B5EF4-FFF2-40B4-BE49-F238E27FC236}">
                <a16:creationId xmlns:a16="http://schemas.microsoft.com/office/drawing/2014/main" id="{F04F935B-12B9-4283-9C23-AAD1CBB3A1F2}"/>
              </a:ext>
            </a:extLst>
          </p:cNvPr>
          <p:cNvSpPr/>
          <p:nvPr/>
        </p:nvSpPr>
        <p:spPr>
          <a:xfrm>
            <a:off x="723684" y="1497589"/>
            <a:ext cx="10442156" cy="1005168"/>
          </a:xfrm>
          <a:prstGeom prst="rect">
            <a:avLst/>
          </a:prstGeom>
          <a:noFill/>
          <a:ln cap="flat">
            <a:solidFill>
              <a:schemeClr val="bg1"/>
            </a:solidFill>
            <a:prstDash val="solid"/>
          </a:ln>
          <a:effectLst>
            <a:outerShdw blurRad="63500" sx="102000" sy="102000" algn="ctr" rotWithShape="0">
              <a:prstClr val="black">
                <a:alpha val="40000"/>
              </a:prstClr>
            </a:outerShdw>
          </a:effectLst>
        </p:spPr>
        <p:txBody>
          <a:bodyPr vert="horz" wrap="square" lIns="82953" tIns="41476" rIns="82953" bIns="41476" anchor="t" anchorCtr="0" compatLnSpc="1">
            <a:spAutoFit/>
          </a:bodyPr>
          <a:lstStyle/>
          <a:p>
            <a:pPr marL="342900" indent="-342900" defTabSz="829544">
              <a:buFont typeface="Wingdings" panose="05000000000000000000" pitchFamily="2" charset="2"/>
              <a:buChar char="v"/>
              <a:defRPr sz="1800" b="0" i="0" u="none" strike="noStrike" kern="0" cap="none" spc="0" baseline="0">
                <a:solidFill>
                  <a:srgbClr val="000000"/>
                </a:solidFill>
                <a:uFillTx/>
              </a:defRPr>
            </a:pPr>
            <a:r>
              <a:rPr lang="en-GB" sz="1996" kern="0" dirty="0">
                <a:solidFill>
                  <a:srgbClr val="000000"/>
                </a:solidFill>
                <a:latin typeface="Times New Roman" pitchFamily="18"/>
                <a:cs typeface="Times New Roman" pitchFamily="18"/>
              </a:rPr>
              <a:t>The basic idea is that primary particles are accelerated in astrophysical sources (namely SNRs) and propagate throughout the Galaxy during millions of years, due to scattering with plasma waves. Occasionally, they interact with gas and produce secondary nuclei through spallation.</a:t>
            </a:r>
            <a:endParaRPr lang="en-US" sz="1996" dirty="0">
              <a:solidFill>
                <a:srgbClr val="000000"/>
              </a:solidFill>
              <a:latin typeface="Times New Roman" pitchFamily="18"/>
              <a:cs typeface="Times New Roman" pitchFamily="18"/>
            </a:endParaRPr>
          </a:p>
        </p:txBody>
      </p:sp>
      <p:pic>
        <p:nvPicPr>
          <p:cNvPr id="38" name="Picture 37">
            <a:extLst>
              <a:ext uri="{FF2B5EF4-FFF2-40B4-BE49-F238E27FC236}">
                <a16:creationId xmlns:a16="http://schemas.microsoft.com/office/drawing/2014/main" id="{07788A95-7841-484F-9077-3523ABAEFFF6}"/>
              </a:ext>
            </a:extLst>
          </p:cNvPr>
          <p:cNvPicPr>
            <a:picLocks noChangeAspect="1"/>
          </p:cNvPicPr>
          <p:nvPr/>
        </p:nvPicPr>
        <p:blipFill>
          <a:blip r:embed="rId4"/>
          <a:stretch>
            <a:fillRect/>
          </a:stretch>
        </p:blipFill>
        <p:spPr>
          <a:xfrm>
            <a:off x="1406774" y="2858197"/>
            <a:ext cx="10012121" cy="1958318"/>
          </a:xfrm>
          <a:prstGeom prst="rect">
            <a:avLst/>
          </a:prstGeom>
        </p:spPr>
      </p:pic>
      <p:sp>
        <p:nvSpPr>
          <p:cNvPr id="3" name="Oval 2">
            <a:extLst>
              <a:ext uri="{FF2B5EF4-FFF2-40B4-BE49-F238E27FC236}">
                <a16:creationId xmlns:a16="http://schemas.microsoft.com/office/drawing/2014/main" id="{1F41F59F-E48C-4276-883C-CAF56856FB6D}"/>
              </a:ext>
            </a:extLst>
          </p:cNvPr>
          <p:cNvSpPr/>
          <p:nvPr/>
        </p:nvSpPr>
        <p:spPr>
          <a:xfrm>
            <a:off x="1910460" y="3165331"/>
            <a:ext cx="1098876" cy="623993"/>
          </a:xfrm>
          <a:prstGeom prst="ellipse">
            <a:avLst/>
          </a:prstGeom>
          <a:noFill/>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pic>
        <p:nvPicPr>
          <p:cNvPr id="21" name="Picture 20">
            <a:extLst>
              <a:ext uri="{FF2B5EF4-FFF2-40B4-BE49-F238E27FC236}">
                <a16:creationId xmlns:a16="http://schemas.microsoft.com/office/drawing/2014/main" id="{8EE2EC1F-1AC9-4BF8-B34F-ABBB8AC179D0}"/>
              </a:ext>
            </a:extLst>
          </p:cNvPr>
          <p:cNvPicPr>
            <a:picLocks noChangeAspect="1"/>
          </p:cNvPicPr>
          <p:nvPr/>
        </p:nvPicPr>
        <p:blipFill>
          <a:blip r:embed="rId5"/>
          <a:stretch>
            <a:fillRect/>
          </a:stretch>
        </p:blipFill>
        <p:spPr>
          <a:xfrm>
            <a:off x="731573" y="5511423"/>
            <a:ext cx="2452308" cy="890946"/>
          </a:xfrm>
          <a:prstGeom prst="rect">
            <a:avLst/>
          </a:prstGeom>
        </p:spPr>
      </p:pic>
      <p:sp>
        <p:nvSpPr>
          <p:cNvPr id="29" name="Oval 28">
            <a:extLst>
              <a:ext uri="{FF2B5EF4-FFF2-40B4-BE49-F238E27FC236}">
                <a16:creationId xmlns:a16="http://schemas.microsoft.com/office/drawing/2014/main" id="{59FB896B-41F5-44D2-8FDC-A7CE0A7DD712}"/>
              </a:ext>
            </a:extLst>
          </p:cNvPr>
          <p:cNvSpPr/>
          <p:nvPr/>
        </p:nvSpPr>
        <p:spPr>
          <a:xfrm>
            <a:off x="554121" y="5595209"/>
            <a:ext cx="2825957" cy="796868"/>
          </a:xfrm>
          <a:prstGeom prst="ellipse">
            <a:avLst/>
          </a:prstGeom>
          <a:noFill/>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D67E8BAC-9A19-4965-9F99-5C7E6462BF4A}"/>
              </a:ext>
            </a:extLst>
          </p:cNvPr>
          <p:cNvSpPr>
            <a:spLocks noGrp="1"/>
          </p:cNvSpPr>
          <p:nvPr>
            <p:ph type="sldNum" sz="quarter" idx="12"/>
          </p:nvPr>
        </p:nvSpPr>
        <p:spPr/>
        <p:txBody>
          <a:bodyPr/>
          <a:lstStyle/>
          <a:p>
            <a:fld id="{22575A84-A01E-4477-BEC3-178D27864C62}" type="slidenum">
              <a:rPr lang="en-GB" smtClean="0"/>
              <a:t>4</a:t>
            </a:fld>
            <a:endParaRPr lang="en-GB"/>
          </a:p>
        </p:txBody>
      </p:sp>
      <p:sp>
        <p:nvSpPr>
          <p:cNvPr id="17" name="Title 1">
            <a:extLst>
              <a:ext uri="{FF2B5EF4-FFF2-40B4-BE49-F238E27FC236}">
                <a16:creationId xmlns:a16="http://schemas.microsoft.com/office/drawing/2014/main" id="{CB5B55F9-EA4E-409C-8EC7-B7CF7D165432}"/>
              </a:ext>
            </a:extLst>
          </p:cNvPr>
          <p:cNvSpPr>
            <a:spLocks noGrp="1"/>
          </p:cNvSpPr>
          <p:nvPr>
            <p:ph type="title"/>
          </p:nvPr>
        </p:nvSpPr>
        <p:spPr>
          <a:xfrm>
            <a:off x="797104" y="303481"/>
            <a:ext cx="10515600" cy="1325563"/>
          </a:xfrm>
        </p:spPr>
        <p:txBody>
          <a:bodyPr/>
          <a:lstStyle/>
          <a:p>
            <a:r>
              <a:rPr lang="en-GB" sz="4400" b="1" dirty="0"/>
              <a:t>The </a:t>
            </a:r>
            <a:r>
              <a:rPr lang="en-GB" sz="4400" b="1" i="1" dirty="0"/>
              <a:t>DRAGON2</a:t>
            </a:r>
            <a:r>
              <a:rPr lang="en-GB" sz="4400" b="1" dirty="0"/>
              <a:t> code</a:t>
            </a:r>
            <a:endParaRPr lang="en-GB"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12F0A6E-B3C4-4A04-AF45-E22C30E8A173}"/>
                  </a:ext>
                </a:extLst>
              </p:cNvPr>
              <p:cNvSpPr txBox="1"/>
              <p:nvPr/>
            </p:nvSpPr>
            <p:spPr>
              <a:xfrm>
                <a:off x="266114" y="3879408"/>
                <a:ext cx="1300997" cy="503408"/>
              </a:xfrm>
              <a:prstGeom prst="rect">
                <a:avLst/>
              </a:prstGeom>
              <a:noFill/>
              <a:ln w="28575">
                <a:solidFill>
                  <a:schemeClr val="accent1">
                    <a:lumMod val="40000"/>
                    <a:lumOff val="60000"/>
                  </a:schemeClr>
                </a:solidFill>
              </a:ln>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en-GB" sz="1700" b="0" i="1" smtClean="0">
                          <a:latin typeface="Cambria Math" panose="02040503050406030204" pitchFamily="18" charset="0"/>
                        </a:rPr>
                        <m:t>𝐷</m:t>
                      </m:r>
                      <m:r>
                        <a:rPr lang="en-GB" sz="1700" b="0" i="1" baseline="-25000" smtClean="0">
                          <a:latin typeface="Cambria Math" panose="02040503050406030204" pitchFamily="18" charset="0"/>
                        </a:rPr>
                        <m:t>𝑝𝑝</m:t>
                      </m:r>
                      <m:r>
                        <a:rPr lang="en-GB" sz="1700" b="0" i="1" smtClean="0">
                          <a:latin typeface="Cambria Math" panose="02040503050406030204" pitchFamily="18" charset="0"/>
                        </a:rPr>
                        <m:t> ∝</m:t>
                      </m:r>
                      <m:f>
                        <m:fPr>
                          <m:ctrlPr>
                            <a:rPr lang="en-GB" sz="1700" b="0" i="1" smtClean="0">
                              <a:latin typeface="Cambria Math" panose="02040503050406030204" pitchFamily="18" charset="0"/>
                            </a:rPr>
                          </m:ctrlPr>
                        </m:fPr>
                        <m:num>
                          <m:r>
                            <a:rPr lang="en-GB" sz="1700" b="0" i="1" smtClean="0">
                              <a:latin typeface="Cambria Math" panose="02040503050406030204" pitchFamily="18" charset="0"/>
                            </a:rPr>
                            <m:t>𝑝</m:t>
                          </m:r>
                          <m:r>
                            <a:rPr lang="en-GB" sz="1700" i="1" baseline="30000">
                              <a:latin typeface="Cambria Math" panose="02040503050406030204" pitchFamily="18" charset="0"/>
                            </a:rPr>
                            <m:t>2</m:t>
                          </m:r>
                          <m:r>
                            <a:rPr lang="en-GB" sz="1700" i="1">
                              <a:latin typeface="Cambria Math" panose="02040503050406030204" pitchFamily="18" charset="0"/>
                            </a:rPr>
                            <m:t> </m:t>
                          </m:r>
                          <m:r>
                            <a:rPr lang="en-GB" sz="1700" i="1">
                              <a:latin typeface="Cambria Math" panose="02040503050406030204" pitchFamily="18" charset="0"/>
                            </a:rPr>
                            <m:t>𝑉𝐴</m:t>
                          </m:r>
                          <m:r>
                            <a:rPr lang="en-GB" sz="1700" i="1" baseline="30000">
                              <a:latin typeface="Cambria Math" panose="02040503050406030204" pitchFamily="18" charset="0"/>
                            </a:rPr>
                            <m:t>2</m:t>
                          </m:r>
                        </m:num>
                        <m:den>
                          <m:r>
                            <a:rPr lang="en-GB" sz="1700" b="0" i="1" smtClean="0">
                              <a:latin typeface="Cambria Math" panose="02040503050406030204" pitchFamily="18" charset="0"/>
                            </a:rPr>
                            <m:t>𝐷</m:t>
                          </m:r>
                        </m:den>
                      </m:f>
                    </m:oMath>
                  </m:oMathPara>
                </a14:m>
                <a:endParaRPr lang="en-GB" sz="1700" b="0" dirty="0"/>
              </a:p>
              <a:p>
                <a:endParaRPr lang="en-GB" sz="100" dirty="0"/>
              </a:p>
            </p:txBody>
          </p:sp>
        </mc:Choice>
        <mc:Fallback xmlns="">
          <p:sp>
            <p:nvSpPr>
              <p:cNvPr id="23" name="TextBox 22">
                <a:extLst>
                  <a:ext uri="{FF2B5EF4-FFF2-40B4-BE49-F238E27FC236}">
                    <a16:creationId xmlns:a16="http://schemas.microsoft.com/office/drawing/2014/main" id="{C12F0A6E-B3C4-4A04-AF45-E22C30E8A173}"/>
                  </a:ext>
                </a:extLst>
              </p:cNvPr>
              <p:cNvSpPr txBox="1">
                <a:spLocks noRot="1" noChangeAspect="1" noMove="1" noResize="1" noEditPoints="1" noAdjustHandles="1" noChangeArrowheads="1" noChangeShapeType="1" noTextEdit="1"/>
              </p:cNvSpPr>
              <p:nvPr/>
            </p:nvSpPr>
            <p:spPr>
              <a:xfrm>
                <a:off x="266114" y="3879408"/>
                <a:ext cx="1300997" cy="503408"/>
              </a:xfrm>
              <a:prstGeom prst="rect">
                <a:avLst/>
              </a:prstGeom>
              <a:blipFill>
                <a:blip r:embed="rId6"/>
                <a:stretch>
                  <a:fillRect/>
                </a:stretch>
              </a:blipFill>
              <a:ln w="28575">
                <a:solidFill>
                  <a:schemeClr val="accent1">
                    <a:lumMod val="40000"/>
                    <a:lumOff val="60000"/>
                  </a:schemeClr>
                </a:solidFill>
              </a:ln>
            </p:spPr>
            <p:txBody>
              <a:bodyPr/>
              <a:lstStyle/>
              <a:p>
                <a:r>
                  <a:rPr lang="en-SE">
                    <a:noFill/>
                  </a:rPr>
                  <a:t> </a:t>
                </a:r>
              </a:p>
            </p:txBody>
          </p:sp>
        </mc:Fallback>
      </mc:AlternateContent>
      <p:sp>
        <p:nvSpPr>
          <p:cNvPr id="30" name="Oval 29">
            <a:extLst>
              <a:ext uri="{FF2B5EF4-FFF2-40B4-BE49-F238E27FC236}">
                <a16:creationId xmlns:a16="http://schemas.microsoft.com/office/drawing/2014/main" id="{DBB25B6E-BC8B-4CC5-B16E-6B97F3D40F9C}"/>
              </a:ext>
            </a:extLst>
          </p:cNvPr>
          <p:cNvSpPr/>
          <p:nvPr/>
        </p:nvSpPr>
        <p:spPr>
          <a:xfrm>
            <a:off x="5047589" y="3201800"/>
            <a:ext cx="729281" cy="551054"/>
          </a:xfrm>
          <a:prstGeom prst="ellipse">
            <a:avLst/>
          </a:prstGeom>
          <a:no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5" name="Group 34">
            <a:extLst>
              <a:ext uri="{FF2B5EF4-FFF2-40B4-BE49-F238E27FC236}">
                <a16:creationId xmlns:a16="http://schemas.microsoft.com/office/drawing/2014/main" id="{E289E37E-CB33-4DEE-8B78-EA94F9C8A4CB}"/>
              </a:ext>
            </a:extLst>
          </p:cNvPr>
          <p:cNvGrpSpPr/>
          <p:nvPr/>
        </p:nvGrpSpPr>
        <p:grpSpPr>
          <a:xfrm rot="4712304">
            <a:off x="4814036" y="4399280"/>
            <a:ext cx="746439" cy="2818080"/>
            <a:chOff x="3889476" y="843280"/>
            <a:chExt cx="746439" cy="2818080"/>
          </a:xfrm>
        </p:grpSpPr>
        <mc:AlternateContent xmlns:mc="http://schemas.openxmlformats.org/markup-compatibility/2006" xmlns:p14="http://schemas.microsoft.com/office/powerpoint/2010/main" xmlns:aink="http://schemas.microsoft.com/office/drawing/2016/ink">
          <mc:Choice Requires="p14 aink">
            <p:contentPart p14:bwMode="auto" r:id="rId7">
              <p14:nvContentPartPr>
                <p14:cNvPr id="36" name="Ink 35">
                  <a:extLst>
                    <a:ext uri="{FF2B5EF4-FFF2-40B4-BE49-F238E27FC236}">
                      <a16:creationId xmlns:a16="http://schemas.microsoft.com/office/drawing/2014/main" id="{1058845E-6AD5-47BF-B41E-D5CEBBA052DC}"/>
                    </a:ext>
                  </a:extLst>
                </p14:cNvPr>
                <p14:cNvContentPartPr/>
                <p14:nvPr/>
              </p14:nvContentPartPr>
              <p14:xfrm>
                <a:off x="3889476" y="843280"/>
                <a:ext cx="621564" cy="2818080"/>
              </p14:xfrm>
            </p:contentPart>
          </mc:Choice>
          <mc:Fallback xmlns="">
            <p:pic>
              <p:nvPicPr>
                <p:cNvPr id="36" name="Ink 35">
                  <a:extLst>
                    <a:ext uri="{FF2B5EF4-FFF2-40B4-BE49-F238E27FC236}">
                      <a16:creationId xmlns:a16="http://schemas.microsoft.com/office/drawing/2014/main" id="{1058845E-6AD5-47BF-B41E-D5CEBBA052DC}"/>
                    </a:ext>
                  </a:extLst>
                </p:cNvPr>
                <p:cNvPicPr/>
                <p:nvPr/>
              </p:nvPicPr>
              <p:blipFill>
                <a:blip r:embed="rId8"/>
                <a:stretch>
                  <a:fillRect/>
                </a:stretch>
              </p:blipFill>
              <p:spPr>
                <a:xfrm>
                  <a:off x="3853824" y="627640"/>
                  <a:ext cx="693228" cy="3249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37" name="Ink 36">
                  <a:extLst>
                    <a:ext uri="{FF2B5EF4-FFF2-40B4-BE49-F238E27FC236}">
                      <a16:creationId xmlns:a16="http://schemas.microsoft.com/office/drawing/2014/main" id="{1403C63B-279C-4E66-8AF5-39397829BDCA}"/>
                    </a:ext>
                  </a:extLst>
                </p14:cNvPr>
                <p14:cNvContentPartPr/>
                <p14:nvPr/>
              </p14:nvContentPartPr>
              <p14:xfrm>
                <a:off x="4227654" y="1526752"/>
                <a:ext cx="408261" cy="1541568"/>
              </p14:xfrm>
            </p:contentPart>
          </mc:Choice>
          <mc:Fallback xmlns="">
            <p:pic>
              <p:nvPicPr>
                <p:cNvPr id="37" name="Ink 36">
                  <a:extLst>
                    <a:ext uri="{FF2B5EF4-FFF2-40B4-BE49-F238E27FC236}">
                      <a16:creationId xmlns:a16="http://schemas.microsoft.com/office/drawing/2014/main" id="{1403C63B-279C-4E66-8AF5-39397829BDCA}"/>
                    </a:ext>
                  </a:extLst>
                </p:cNvPr>
                <p:cNvPicPr/>
                <p:nvPr/>
              </p:nvPicPr>
              <p:blipFill>
                <a:blip r:embed="rId10"/>
                <a:stretch>
                  <a:fillRect/>
                </a:stretch>
              </p:blipFill>
              <p:spPr>
                <a:xfrm>
                  <a:off x="4199213" y="1498311"/>
                  <a:ext cx="465144" cy="159845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39" name="Ink 38">
                  <a:extLst>
                    <a:ext uri="{FF2B5EF4-FFF2-40B4-BE49-F238E27FC236}">
                      <a16:creationId xmlns:a16="http://schemas.microsoft.com/office/drawing/2014/main" id="{E8B72056-5C31-4E87-AD4F-4E0E269E4390}"/>
                    </a:ext>
                  </a:extLst>
                </p14:cNvPr>
                <p14:cNvContentPartPr/>
                <p14:nvPr/>
              </p14:nvContentPartPr>
              <p14:xfrm>
                <a:off x="4105240" y="2962260"/>
                <a:ext cx="233080" cy="168099"/>
              </p14:xfrm>
            </p:contentPart>
          </mc:Choice>
          <mc:Fallback xmlns="">
            <p:pic>
              <p:nvPicPr>
                <p:cNvPr id="39" name="Ink 38">
                  <a:extLst>
                    <a:ext uri="{FF2B5EF4-FFF2-40B4-BE49-F238E27FC236}">
                      <a16:creationId xmlns:a16="http://schemas.microsoft.com/office/drawing/2014/main" id="{E8B72056-5C31-4E87-AD4F-4E0E269E4390}"/>
                    </a:ext>
                  </a:extLst>
                </p:cNvPr>
                <p:cNvPicPr/>
                <p:nvPr/>
              </p:nvPicPr>
              <p:blipFill>
                <a:blip r:embed="rId12"/>
                <a:stretch>
                  <a:fillRect/>
                </a:stretch>
              </p:blipFill>
              <p:spPr>
                <a:xfrm>
                  <a:off x="4096248" y="2908267"/>
                  <a:ext cx="250705" cy="275726"/>
                </a:xfrm>
                <a:prstGeom prst="rect">
                  <a:avLst/>
                </a:prstGeom>
              </p:spPr>
            </p:pic>
          </mc:Fallback>
        </mc:AlternateContent>
      </p:grpSp>
      <p:grpSp>
        <p:nvGrpSpPr>
          <p:cNvPr id="41" name="Group 40">
            <a:extLst>
              <a:ext uri="{FF2B5EF4-FFF2-40B4-BE49-F238E27FC236}">
                <a16:creationId xmlns:a16="http://schemas.microsoft.com/office/drawing/2014/main" id="{288982CF-D487-4FFF-92D1-C430623AB709}"/>
              </a:ext>
            </a:extLst>
          </p:cNvPr>
          <p:cNvGrpSpPr/>
          <p:nvPr/>
        </p:nvGrpSpPr>
        <p:grpSpPr>
          <a:xfrm>
            <a:off x="7748840" y="4809840"/>
            <a:ext cx="3112560" cy="1380690"/>
            <a:chOff x="5269800" y="4281520"/>
            <a:chExt cx="3112560" cy="1380690"/>
          </a:xfrm>
        </p:grpSpPr>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42" name="Ink 41">
                  <a:extLst>
                    <a:ext uri="{FF2B5EF4-FFF2-40B4-BE49-F238E27FC236}">
                      <a16:creationId xmlns:a16="http://schemas.microsoft.com/office/drawing/2014/main" id="{D1EEF69B-0D30-40E0-BDD1-E8D822972061}"/>
                    </a:ext>
                  </a:extLst>
                </p14:cNvPr>
                <p14:cNvContentPartPr/>
                <p14:nvPr/>
              </p14:nvContentPartPr>
              <p14:xfrm rot="4576939">
                <a:off x="6378675" y="3647440"/>
                <a:ext cx="621564" cy="2818080"/>
              </p14:xfrm>
            </p:contentPart>
          </mc:Choice>
          <mc:Fallback xmlns="">
            <p:pic>
              <p:nvPicPr>
                <p:cNvPr id="42" name="Ink 41">
                  <a:extLst>
                    <a:ext uri="{FF2B5EF4-FFF2-40B4-BE49-F238E27FC236}">
                      <a16:creationId xmlns:a16="http://schemas.microsoft.com/office/drawing/2014/main" id="{D1EEF69B-0D30-40E0-BDD1-E8D822972061}"/>
                    </a:ext>
                  </a:extLst>
                </p:cNvPr>
                <p:cNvPicPr/>
                <p:nvPr/>
              </p:nvPicPr>
              <p:blipFill>
                <a:blip r:embed="rId14"/>
                <a:stretch>
                  <a:fillRect/>
                </a:stretch>
              </p:blipFill>
              <p:spPr>
                <a:xfrm rot="4576939">
                  <a:off x="6343023" y="3431800"/>
                  <a:ext cx="693228" cy="3249720"/>
                </a:xfrm>
                <a:prstGeom prst="rect">
                  <a:avLst/>
                </a:prstGeom>
              </p:spPr>
            </p:pic>
          </mc:Fallback>
        </mc:AlternateContent>
        <p:grpSp>
          <p:nvGrpSpPr>
            <p:cNvPr id="43" name="Group 42">
              <a:extLst>
                <a:ext uri="{FF2B5EF4-FFF2-40B4-BE49-F238E27FC236}">
                  <a16:creationId xmlns:a16="http://schemas.microsoft.com/office/drawing/2014/main" id="{D85F4566-BD38-4ADF-984D-742695E1BB96}"/>
                </a:ext>
              </a:extLst>
            </p:cNvPr>
            <p:cNvGrpSpPr/>
            <p:nvPr/>
          </p:nvGrpSpPr>
          <p:grpSpPr>
            <a:xfrm>
              <a:off x="5269800" y="4281520"/>
              <a:ext cx="3112560" cy="1319760"/>
              <a:chOff x="5269800" y="4281520"/>
              <a:chExt cx="3112560" cy="1319760"/>
            </a:xfrm>
          </p:grpSpPr>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45" name="Ink 44">
                    <a:extLst>
                      <a:ext uri="{FF2B5EF4-FFF2-40B4-BE49-F238E27FC236}">
                        <a16:creationId xmlns:a16="http://schemas.microsoft.com/office/drawing/2014/main" id="{F2C190A8-C61F-4875-9ED3-5C36BF580269}"/>
                      </a:ext>
                    </a:extLst>
                  </p14:cNvPr>
                  <p14:cNvContentPartPr/>
                  <p14:nvPr/>
                </p14:nvContentPartPr>
                <p14:xfrm>
                  <a:off x="5454840" y="5584000"/>
                  <a:ext cx="11880" cy="6120"/>
                </p14:xfrm>
              </p:contentPart>
            </mc:Choice>
            <mc:Fallback xmlns="">
              <p:pic>
                <p:nvPicPr>
                  <p:cNvPr id="45" name="Ink 44">
                    <a:extLst>
                      <a:ext uri="{FF2B5EF4-FFF2-40B4-BE49-F238E27FC236}">
                        <a16:creationId xmlns:a16="http://schemas.microsoft.com/office/drawing/2014/main" id="{F2C190A8-C61F-4875-9ED3-5C36BF580269}"/>
                      </a:ext>
                    </a:extLst>
                  </p:cNvPr>
                  <p:cNvPicPr/>
                  <p:nvPr/>
                </p:nvPicPr>
                <p:blipFill>
                  <a:blip r:embed="rId16"/>
                  <a:stretch>
                    <a:fillRect/>
                  </a:stretch>
                </p:blipFill>
                <p:spPr>
                  <a:xfrm>
                    <a:off x="5445840" y="5530000"/>
                    <a:ext cx="29520" cy="113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46" name="Ink 45">
                    <a:extLst>
                      <a:ext uri="{FF2B5EF4-FFF2-40B4-BE49-F238E27FC236}">
                        <a16:creationId xmlns:a16="http://schemas.microsoft.com/office/drawing/2014/main" id="{E07E040D-817E-46DD-AA5C-872FD9990EE6}"/>
                      </a:ext>
                    </a:extLst>
                  </p14:cNvPr>
                  <p14:cNvContentPartPr/>
                  <p14:nvPr/>
                </p14:nvContentPartPr>
                <p14:xfrm>
                  <a:off x="5269800" y="5567080"/>
                  <a:ext cx="22680" cy="34200"/>
                </p14:xfrm>
              </p:contentPart>
            </mc:Choice>
            <mc:Fallback xmlns="">
              <p:pic>
                <p:nvPicPr>
                  <p:cNvPr id="46" name="Ink 45">
                    <a:extLst>
                      <a:ext uri="{FF2B5EF4-FFF2-40B4-BE49-F238E27FC236}">
                        <a16:creationId xmlns:a16="http://schemas.microsoft.com/office/drawing/2014/main" id="{E07E040D-817E-46DD-AA5C-872FD9990EE6}"/>
                      </a:ext>
                    </a:extLst>
                  </p:cNvPr>
                  <p:cNvPicPr/>
                  <p:nvPr/>
                </p:nvPicPr>
                <p:blipFill>
                  <a:blip r:embed="rId18"/>
                  <a:stretch>
                    <a:fillRect/>
                  </a:stretch>
                </p:blipFill>
                <p:spPr>
                  <a:xfrm>
                    <a:off x="5261160" y="5513440"/>
                    <a:ext cx="40320" cy="141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47" name="Ink 46">
                    <a:extLst>
                      <a:ext uri="{FF2B5EF4-FFF2-40B4-BE49-F238E27FC236}">
                        <a16:creationId xmlns:a16="http://schemas.microsoft.com/office/drawing/2014/main" id="{B2D79636-E919-4CC6-9885-FD80F6C33A10}"/>
                      </a:ext>
                    </a:extLst>
                  </p14:cNvPr>
                  <p14:cNvContentPartPr/>
                  <p14:nvPr/>
                </p14:nvContentPartPr>
                <p14:xfrm>
                  <a:off x="5507760" y="4281520"/>
                  <a:ext cx="2874600" cy="1283400"/>
                </p14:xfrm>
              </p:contentPart>
            </mc:Choice>
            <mc:Fallback xmlns="">
              <p:pic>
                <p:nvPicPr>
                  <p:cNvPr id="47" name="Ink 46">
                    <a:extLst>
                      <a:ext uri="{FF2B5EF4-FFF2-40B4-BE49-F238E27FC236}">
                        <a16:creationId xmlns:a16="http://schemas.microsoft.com/office/drawing/2014/main" id="{B2D79636-E919-4CC6-9885-FD80F6C33A10}"/>
                      </a:ext>
                    </a:extLst>
                  </p:cNvPr>
                  <p:cNvPicPr/>
                  <p:nvPr/>
                </p:nvPicPr>
                <p:blipFill>
                  <a:blip r:embed="rId20"/>
                  <a:stretch>
                    <a:fillRect/>
                  </a:stretch>
                </p:blipFill>
                <p:spPr>
                  <a:xfrm>
                    <a:off x="5498760" y="4227880"/>
                    <a:ext cx="2892240" cy="139104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44" name="Ink 43">
                  <a:extLst>
                    <a:ext uri="{FF2B5EF4-FFF2-40B4-BE49-F238E27FC236}">
                      <a16:creationId xmlns:a16="http://schemas.microsoft.com/office/drawing/2014/main" id="{F2704CB5-EAD8-4FEB-8627-EE8D292E58BA}"/>
                    </a:ext>
                  </a:extLst>
                </p14:cNvPr>
                <p14:cNvContentPartPr/>
                <p14:nvPr/>
              </p14:nvContentPartPr>
              <p14:xfrm rot="18718776">
                <a:off x="5375240" y="5461620"/>
                <a:ext cx="233080" cy="168099"/>
              </p14:xfrm>
            </p:contentPart>
          </mc:Choice>
          <mc:Fallback xmlns="">
            <p:pic>
              <p:nvPicPr>
                <p:cNvPr id="44" name="Ink 43">
                  <a:extLst>
                    <a:ext uri="{FF2B5EF4-FFF2-40B4-BE49-F238E27FC236}">
                      <a16:creationId xmlns:a16="http://schemas.microsoft.com/office/drawing/2014/main" id="{F2704CB5-EAD8-4FEB-8627-EE8D292E58BA}"/>
                    </a:ext>
                  </a:extLst>
                </p:cNvPr>
                <p:cNvPicPr/>
                <p:nvPr/>
              </p:nvPicPr>
              <p:blipFill>
                <a:blip r:embed="rId22"/>
                <a:stretch>
                  <a:fillRect/>
                </a:stretch>
              </p:blipFill>
              <p:spPr>
                <a:xfrm rot="18718776">
                  <a:off x="5366248" y="5407627"/>
                  <a:ext cx="250705" cy="275726"/>
                </a:xfrm>
                <a:prstGeom prst="rect">
                  <a:avLst/>
                </a:prstGeom>
              </p:spPr>
            </p:pic>
          </mc:Fallback>
        </mc:AlternateContent>
      </p:grpSp>
      <p:cxnSp>
        <p:nvCxnSpPr>
          <p:cNvPr id="16" name="Straight Arrow Connector 15">
            <a:extLst>
              <a:ext uri="{FF2B5EF4-FFF2-40B4-BE49-F238E27FC236}">
                <a16:creationId xmlns:a16="http://schemas.microsoft.com/office/drawing/2014/main" id="{852761F8-79BB-4E66-A4CF-0552BE1E65B5}"/>
              </a:ext>
            </a:extLst>
          </p:cNvPr>
          <p:cNvCxnSpPr/>
          <p:nvPr/>
        </p:nvCxnSpPr>
        <p:spPr>
          <a:xfrm>
            <a:off x="6736080" y="5588000"/>
            <a:ext cx="904240"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1DE44336-2C1F-49F8-A9D3-DC9BEFCE2240}"/>
                  </a:ext>
                </a:extLst>
              </p:cNvPr>
              <p:cNvSpPr/>
              <p:nvPr/>
            </p:nvSpPr>
            <p:spPr>
              <a:xfrm>
                <a:off x="1" y="2621280"/>
                <a:ext cx="12110720" cy="4006867"/>
              </a:xfrm>
              <a:prstGeom prst="rect">
                <a:avLst/>
              </a:prstGeom>
              <a:blipFill>
                <a:blip r:embed="rId23">
                  <a:alphaModFix amt="20000"/>
                </a:blip>
                <a:tile tx="0" ty="0" sx="100000" sy="100000" flip="none" algn="tl"/>
              </a:bli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a:fld id="{825F15A7-03F4-43D7-82C5-3E23DA2F108C}" type="mathplaceholder">
                        <a:rPr lang="en-GB" i="1" smtClean="0">
                          <a:latin typeface="Cambria Math" panose="02040503050406030204" pitchFamily="18" charset="0"/>
                        </a:rPr>
                        <a:t>Type equation here.</a:t>
                      </a:fld>
                    </m:oMath>
                  </m:oMathPara>
                </a14:m>
                <a:endParaRPr lang="en-GB" dirty="0"/>
              </a:p>
            </p:txBody>
          </p:sp>
        </mc:Choice>
        <mc:Fallback xmlns="">
          <p:sp>
            <p:nvSpPr>
              <p:cNvPr id="25" name="Rectangle 24">
                <a:extLst>
                  <a:ext uri="{FF2B5EF4-FFF2-40B4-BE49-F238E27FC236}">
                    <a16:creationId xmlns:a16="http://schemas.microsoft.com/office/drawing/2014/main" id="{1DE44336-2C1F-49F8-A9D3-DC9BEFCE2240}"/>
                  </a:ext>
                </a:extLst>
              </p:cNvPr>
              <p:cNvSpPr>
                <a:spLocks noRot="1" noChangeAspect="1" noMove="1" noResize="1" noEditPoints="1" noAdjustHandles="1" noChangeArrowheads="1" noChangeShapeType="1" noTextEdit="1"/>
              </p:cNvSpPr>
              <p:nvPr/>
            </p:nvSpPr>
            <p:spPr>
              <a:xfrm>
                <a:off x="1" y="2621280"/>
                <a:ext cx="12110720" cy="4006867"/>
              </a:xfrm>
              <a:prstGeom prst="rect">
                <a:avLst/>
              </a:prstGeom>
              <a:blipFill>
                <a:blip r:embed="rId24"/>
                <a:stretch>
                  <a:fillRect/>
                </a:stretch>
              </a:blipFill>
              <a:ln>
                <a:solidFill>
                  <a:schemeClr val="bg1"/>
                </a:solidFill>
              </a:ln>
            </p:spPr>
            <p:txBody>
              <a:bodyPr/>
              <a:lstStyle/>
              <a:p>
                <a:r>
                  <a:rPr lang="en-SE">
                    <a:noFill/>
                  </a:rPr>
                  <a:t> </a:t>
                </a:r>
              </a:p>
            </p:txBody>
          </p:sp>
        </mc:Fallback>
      </mc:AlternateContent>
    </p:spTree>
    <p:extLst>
      <p:ext uri="{BB962C8B-B14F-4D97-AF65-F5344CB8AC3E}">
        <p14:creationId xmlns:p14="http://schemas.microsoft.com/office/powerpoint/2010/main" val="1884675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ppt_x"/>
                                          </p:val>
                                        </p:tav>
                                        <p:tav tm="100000">
                                          <p:val>
                                            <p:strVal val="#ppt_x"/>
                                          </p:val>
                                        </p:tav>
                                      </p:tavLst>
                                    </p:anim>
                                    <p:anim calcmode="lin" valueType="num">
                                      <p:cBhvr additive="base">
                                        <p:cTn id="3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9" grpId="0" animBg="1"/>
      <p:bldP spid="23" grpId="0" animBg="1"/>
      <p:bldP spid="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596AFD-D3DA-4877-9A7B-297AD4C226F8}"/>
              </a:ext>
            </a:extLst>
          </p:cNvPr>
          <p:cNvPicPr>
            <a:picLocks noChangeAspect="1"/>
          </p:cNvPicPr>
          <p:nvPr/>
        </p:nvPicPr>
        <p:blipFill>
          <a:blip r:embed="rId3"/>
          <a:stretch>
            <a:fillRect/>
          </a:stretch>
        </p:blipFill>
        <p:spPr>
          <a:xfrm>
            <a:off x="1386227" y="2852062"/>
            <a:ext cx="10012121" cy="1958318"/>
          </a:xfrm>
          <a:prstGeom prst="rect">
            <a:avLst/>
          </a:prstGeom>
        </p:spPr>
      </p:pic>
      <p:sp>
        <p:nvSpPr>
          <p:cNvPr id="14" name="Title 5">
            <a:extLst>
              <a:ext uri="{FF2B5EF4-FFF2-40B4-BE49-F238E27FC236}">
                <a16:creationId xmlns:a16="http://schemas.microsoft.com/office/drawing/2014/main" id="{86B076C5-BBCB-4E03-BF90-C1FA92F84022}"/>
              </a:ext>
            </a:extLst>
          </p:cNvPr>
          <p:cNvSpPr txBox="1">
            <a:spLocks/>
          </p:cNvSpPr>
          <p:nvPr/>
        </p:nvSpPr>
        <p:spPr>
          <a:xfrm>
            <a:off x="785120" y="394237"/>
            <a:ext cx="10515600"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4000" b="1" dirty="0"/>
          </a:p>
        </p:txBody>
      </p:sp>
      <p:pic>
        <p:nvPicPr>
          <p:cNvPr id="38" name="Picture 37">
            <a:extLst>
              <a:ext uri="{FF2B5EF4-FFF2-40B4-BE49-F238E27FC236}">
                <a16:creationId xmlns:a16="http://schemas.microsoft.com/office/drawing/2014/main" id="{07788A95-7841-484F-9077-3523ABAEFFF6}"/>
              </a:ext>
            </a:extLst>
          </p:cNvPr>
          <p:cNvPicPr>
            <a:picLocks noChangeAspect="1"/>
          </p:cNvPicPr>
          <p:nvPr/>
        </p:nvPicPr>
        <p:blipFill>
          <a:blip r:embed="rId4"/>
          <a:stretch>
            <a:fillRect/>
          </a:stretch>
        </p:blipFill>
        <p:spPr>
          <a:xfrm>
            <a:off x="1406774" y="2858197"/>
            <a:ext cx="10012121" cy="1958318"/>
          </a:xfrm>
          <a:prstGeom prst="rect">
            <a:avLst/>
          </a:prstGeom>
        </p:spPr>
      </p:pic>
      <p:sp>
        <p:nvSpPr>
          <p:cNvPr id="3" name="Oval 2">
            <a:extLst>
              <a:ext uri="{FF2B5EF4-FFF2-40B4-BE49-F238E27FC236}">
                <a16:creationId xmlns:a16="http://schemas.microsoft.com/office/drawing/2014/main" id="{1F41F59F-E48C-4276-883C-CAF56856FB6D}"/>
              </a:ext>
            </a:extLst>
          </p:cNvPr>
          <p:cNvSpPr/>
          <p:nvPr/>
        </p:nvSpPr>
        <p:spPr>
          <a:xfrm>
            <a:off x="1910460" y="3165331"/>
            <a:ext cx="1098876" cy="623993"/>
          </a:xfrm>
          <a:prstGeom prst="ellipse">
            <a:avLst/>
          </a:prstGeom>
          <a:noFill/>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pic>
        <p:nvPicPr>
          <p:cNvPr id="21" name="Picture 20">
            <a:extLst>
              <a:ext uri="{FF2B5EF4-FFF2-40B4-BE49-F238E27FC236}">
                <a16:creationId xmlns:a16="http://schemas.microsoft.com/office/drawing/2014/main" id="{8EE2EC1F-1AC9-4BF8-B34F-ABBB8AC179D0}"/>
              </a:ext>
            </a:extLst>
          </p:cNvPr>
          <p:cNvPicPr>
            <a:picLocks noChangeAspect="1"/>
          </p:cNvPicPr>
          <p:nvPr/>
        </p:nvPicPr>
        <p:blipFill>
          <a:blip r:embed="rId5"/>
          <a:stretch>
            <a:fillRect/>
          </a:stretch>
        </p:blipFill>
        <p:spPr>
          <a:xfrm>
            <a:off x="731573" y="5511423"/>
            <a:ext cx="2452308" cy="890946"/>
          </a:xfrm>
          <a:prstGeom prst="rect">
            <a:avLst/>
          </a:prstGeom>
        </p:spPr>
      </p:pic>
      <p:sp>
        <p:nvSpPr>
          <p:cNvPr id="29" name="Oval 28">
            <a:extLst>
              <a:ext uri="{FF2B5EF4-FFF2-40B4-BE49-F238E27FC236}">
                <a16:creationId xmlns:a16="http://schemas.microsoft.com/office/drawing/2014/main" id="{59FB896B-41F5-44D2-8FDC-A7CE0A7DD712}"/>
              </a:ext>
            </a:extLst>
          </p:cNvPr>
          <p:cNvSpPr/>
          <p:nvPr/>
        </p:nvSpPr>
        <p:spPr>
          <a:xfrm>
            <a:off x="554121" y="5595209"/>
            <a:ext cx="2825957" cy="796868"/>
          </a:xfrm>
          <a:prstGeom prst="ellipse">
            <a:avLst/>
          </a:prstGeom>
          <a:noFill/>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D67E8BAC-9A19-4965-9F99-5C7E6462BF4A}"/>
              </a:ext>
            </a:extLst>
          </p:cNvPr>
          <p:cNvSpPr>
            <a:spLocks noGrp="1"/>
          </p:cNvSpPr>
          <p:nvPr>
            <p:ph type="sldNum" sz="quarter" idx="12"/>
          </p:nvPr>
        </p:nvSpPr>
        <p:spPr/>
        <p:txBody>
          <a:bodyPr/>
          <a:lstStyle/>
          <a:p>
            <a:fld id="{22575A84-A01E-4477-BEC3-178D27864C62}" type="slidenum">
              <a:rPr lang="en-GB" smtClean="0"/>
              <a:t>5</a:t>
            </a:fld>
            <a:endParaRPr lang="en-GB"/>
          </a:p>
        </p:txBody>
      </p:sp>
      <p:sp>
        <p:nvSpPr>
          <p:cNvPr id="17" name="Title 1">
            <a:extLst>
              <a:ext uri="{FF2B5EF4-FFF2-40B4-BE49-F238E27FC236}">
                <a16:creationId xmlns:a16="http://schemas.microsoft.com/office/drawing/2014/main" id="{CB5B55F9-EA4E-409C-8EC7-B7CF7D165432}"/>
              </a:ext>
            </a:extLst>
          </p:cNvPr>
          <p:cNvSpPr>
            <a:spLocks noGrp="1"/>
          </p:cNvSpPr>
          <p:nvPr>
            <p:ph type="title"/>
          </p:nvPr>
        </p:nvSpPr>
        <p:spPr>
          <a:xfrm>
            <a:off x="797104" y="303481"/>
            <a:ext cx="10515600" cy="1325563"/>
          </a:xfrm>
        </p:spPr>
        <p:txBody>
          <a:bodyPr/>
          <a:lstStyle/>
          <a:p>
            <a:r>
              <a:rPr lang="en-GB" sz="4400" b="1" dirty="0"/>
              <a:t>The </a:t>
            </a:r>
            <a:r>
              <a:rPr lang="en-GB" sz="4400" b="1" i="1" dirty="0"/>
              <a:t>DRAGON2</a:t>
            </a:r>
            <a:r>
              <a:rPr lang="en-GB" sz="4400" b="1" dirty="0"/>
              <a:t> code</a:t>
            </a:r>
            <a:endParaRPr lang="en-GB"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12F0A6E-B3C4-4A04-AF45-E22C30E8A173}"/>
                  </a:ext>
                </a:extLst>
              </p:cNvPr>
              <p:cNvSpPr txBox="1"/>
              <p:nvPr/>
            </p:nvSpPr>
            <p:spPr>
              <a:xfrm>
                <a:off x="266114" y="3879408"/>
                <a:ext cx="1300997" cy="503408"/>
              </a:xfrm>
              <a:prstGeom prst="rect">
                <a:avLst/>
              </a:prstGeom>
              <a:noFill/>
              <a:ln w="28575">
                <a:solidFill>
                  <a:schemeClr val="accent1">
                    <a:lumMod val="40000"/>
                    <a:lumOff val="60000"/>
                  </a:schemeClr>
                </a:solidFill>
              </a:ln>
            </p:spPr>
            <p:txBody>
              <a:bodyPr wrap="none" lIns="0" tIns="0" rIns="0" bIns="0" rtlCol="0" anchor="ctr">
                <a:spAutoFit/>
              </a:bodyPr>
              <a:lstStyle/>
              <a:p>
                <a:pPr/>
                <a14:m>
                  <m:oMathPara xmlns:m="http://schemas.openxmlformats.org/officeDocument/2006/math">
                    <m:oMathParaPr>
                      <m:jc m:val="centerGroup"/>
                    </m:oMathParaPr>
                    <m:oMath xmlns:m="http://schemas.openxmlformats.org/officeDocument/2006/math">
                      <m:r>
                        <a:rPr lang="en-GB" sz="1700" b="0" i="1" smtClean="0">
                          <a:latin typeface="Cambria Math" panose="02040503050406030204" pitchFamily="18" charset="0"/>
                        </a:rPr>
                        <m:t>𝐷</m:t>
                      </m:r>
                      <m:r>
                        <a:rPr lang="en-GB" sz="1700" b="0" i="1" baseline="-25000" smtClean="0">
                          <a:latin typeface="Cambria Math" panose="02040503050406030204" pitchFamily="18" charset="0"/>
                        </a:rPr>
                        <m:t>𝑝𝑝</m:t>
                      </m:r>
                      <m:r>
                        <a:rPr lang="en-GB" sz="1700" b="0" i="1" smtClean="0">
                          <a:latin typeface="Cambria Math" panose="02040503050406030204" pitchFamily="18" charset="0"/>
                        </a:rPr>
                        <m:t> ∝</m:t>
                      </m:r>
                      <m:f>
                        <m:fPr>
                          <m:ctrlPr>
                            <a:rPr lang="en-GB" sz="1700" b="0" i="1" smtClean="0">
                              <a:latin typeface="Cambria Math" panose="02040503050406030204" pitchFamily="18" charset="0"/>
                            </a:rPr>
                          </m:ctrlPr>
                        </m:fPr>
                        <m:num>
                          <m:r>
                            <a:rPr lang="en-GB" sz="1700" b="0" i="1" smtClean="0">
                              <a:latin typeface="Cambria Math" panose="02040503050406030204" pitchFamily="18" charset="0"/>
                            </a:rPr>
                            <m:t>𝑝</m:t>
                          </m:r>
                          <m:r>
                            <a:rPr lang="en-GB" sz="1700" i="1" baseline="30000">
                              <a:latin typeface="Cambria Math" panose="02040503050406030204" pitchFamily="18" charset="0"/>
                            </a:rPr>
                            <m:t>2</m:t>
                          </m:r>
                          <m:r>
                            <a:rPr lang="en-GB" sz="1700" i="1">
                              <a:latin typeface="Cambria Math" panose="02040503050406030204" pitchFamily="18" charset="0"/>
                            </a:rPr>
                            <m:t> </m:t>
                          </m:r>
                          <m:r>
                            <a:rPr lang="en-GB" sz="1700" i="1">
                              <a:latin typeface="Cambria Math" panose="02040503050406030204" pitchFamily="18" charset="0"/>
                            </a:rPr>
                            <m:t>𝑉𝐴</m:t>
                          </m:r>
                          <m:r>
                            <a:rPr lang="en-GB" sz="1700" i="1" baseline="30000">
                              <a:latin typeface="Cambria Math" panose="02040503050406030204" pitchFamily="18" charset="0"/>
                            </a:rPr>
                            <m:t>2</m:t>
                          </m:r>
                        </m:num>
                        <m:den>
                          <m:r>
                            <a:rPr lang="en-GB" sz="1700" b="0" i="1" smtClean="0">
                              <a:latin typeface="Cambria Math" panose="02040503050406030204" pitchFamily="18" charset="0"/>
                            </a:rPr>
                            <m:t>𝐷</m:t>
                          </m:r>
                        </m:den>
                      </m:f>
                    </m:oMath>
                  </m:oMathPara>
                </a14:m>
                <a:endParaRPr lang="en-GB" sz="1700" b="0" dirty="0"/>
              </a:p>
              <a:p>
                <a:endParaRPr lang="en-GB" sz="100" dirty="0"/>
              </a:p>
            </p:txBody>
          </p:sp>
        </mc:Choice>
        <mc:Fallback xmlns="">
          <p:sp>
            <p:nvSpPr>
              <p:cNvPr id="23" name="TextBox 22">
                <a:extLst>
                  <a:ext uri="{FF2B5EF4-FFF2-40B4-BE49-F238E27FC236}">
                    <a16:creationId xmlns:a16="http://schemas.microsoft.com/office/drawing/2014/main" id="{C12F0A6E-B3C4-4A04-AF45-E22C30E8A173}"/>
                  </a:ext>
                </a:extLst>
              </p:cNvPr>
              <p:cNvSpPr txBox="1">
                <a:spLocks noRot="1" noChangeAspect="1" noMove="1" noResize="1" noEditPoints="1" noAdjustHandles="1" noChangeArrowheads="1" noChangeShapeType="1" noTextEdit="1"/>
              </p:cNvSpPr>
              <p:nvPr/>
            </p:nvSpPr>
            <p:spPr>
              <a:xfrm>
                <a:off x="266114" y="3879408"/>
                <a:ext cx="1300997" cy="503408"/>
              </a:xfrm>
              <a:prstGeom prst="rect">
                <a:avLst/>
              </a:prstGeom>
              <a:blipFill>
                <a:blip r:embed="rId6"/>
                <a:stretch>
                  <a:fillRect/>
                </a:stretch>
              </a:blipFill>
              <a:ln w="28575">
                <a:solidFill>
                  <a:schemeClr val="accent1">
                    <a:lumMod val="40000"/>
                    <a:lumOff val="60000"/>
                  </a:schemeClr>
                </a:solidFill>
              </a:ln>
            </p:spPr>
            <p:txBody>
              <a:bodyPr/>
              <a:lstStyle/>
              <a:p>
                <a:r>
                  <a:rPr lang="en-SE">
                    <a:noFill/>
                  </a:rPr>
                  <a:t> </a:t>
                </a:r>
              </a:p>
            </p:txBody>
          </p:sp>
        </mc:Fallback>
      </mc:AlternateContent>
      <p:sp>
        <p:nvSpPr>
          <p:cNvPr id="30" name="Oval 29">
            <a:extLst>
              <a:ext uri="{FF2B5EF4-FFF2-40B4-BE49-F238E27FC236}">
                <a16:creationId xmlns:a16="http://schemas.microsoft.com/office/drawing/2014/main" id="{DBB25B6E-BC8B-4CC5-B16E-6B97F3D40F9C}"/>
              </a:ext>
            </a:extLst>
          </p:cNvPr>
          <p:cNvSpPr/>
          <p:nvPr/>
        </p:nvSpPr>
        <p:spPr>
          <a:xfrm>
            <a:off x="5047589" y="3201800"/>
            <a:ext cx="729281" cy="551054"/>
          </a:xfrm>
          <a:prstGeom prst="ellipse">
            <a:avLst/>
          </a:prstGeom>
          <a:no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Rounded Corners 33">
            <a:extLst>
              <a:ext uri="{FF2B5EF4-FFF2-40B4-BE49-F238E27FC236}">
                <a16:creationId xmlns:a16="http://schemas.microsoft.com/office/drawing/2014/main" id="{CFD1320C-10A2-4B70-AA3B-23446C1ECA46}"/>
              </a:ext>
            </a:extLst>
          </p:cNvPr>
          <p:cNvSpPr/>
          <p:nvPr/>
        </p:nvSpPr>
        <p:spPr>
          <a:xfrm>
            <a:off x="3142324" y="3185443"/>
            <a:ext cx="667676" cy="531824"/>
          </a:xfrm>
          <a:prstGeom prst="roundRect">
            <a:avLst/>
          </a:prstGeom>
          <a:noFill/>
          <a:ln w="285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ectangle: Rounded Corners 54">
            <a:extLst>
              <a:ext uri="{FF2B5EF4-FFF2-40B4-BE49-F238E27FC236}">
                <a16:creationId xmlns:a16="http://schemas.microsoft.com/office/drawing/2014/main" id="{67785EC1-188E-4C4D-B9E0-1EA771C00EF8}"/>
              </a:ext>
            </a:extLst>
          </p:cNvPr>
          <p:cNvSpPr/>
          <p:nvPr/>
        </p:nvSpPr>
        <p:spPr>
          <a:xfrm>
            <a:off x="10305124" y="3195603"/>
            <a:ext cx="667676" cy="531824"/>
          </a:xfrm>
          <a:prstGeom prst="roundRect">
            <a:avLst/>
          </a:prstGeom>
          <a:noFill/>
          <a:ln w="285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2" name="Group 61">
            <a:extLst>
              <a:ext uri="{FF2B5EF4-FFF2-40B4-BE49-F238E27FC236}">
                <a16:creationId xmlns:a16="http://schemas.microsoft.com/office/drawing/2014/main" id="{71673EC3-735D-46F2-8B19-F0FFD42E45DD}"/>
              </a:ext>
            </a:extLst>
          </p:cNvPr>
          <p:cNvGrpSpPr/>
          <p:nvPr/>
        </p:nvGrpSpPr>
        <p:grpSpPr>
          <a:xfrm>
            <a:off x="6116320" y="5008880"/>
            <a:ext cx="2854960" cy="1446480"/>
            <a:chOff x="1625600" y="690880"/>
            <a:chExt cx="3010315" cy="2970480"/>
          </a:xfrm>
        </p:grpSpPr>
        <p:grpSp>
          <p:nvGrpSpPr>
            <p:cNvPr id="63" name="Group 62">
              <a:extLst>
                <a:ext uri="{FF2B5EF4-FFF2-40B4-BE49-F238E27FC236}">
                  <a16:creationId xmlns:a16="http://schemas.microsoft.com/office/drawing/2014/main" id="{69029C1C-07B5-450A-A0CA-9C4E4F6541E7}"/>
                </a:ext>
              </a:extLst>
            </p:cNvPr>
            <p:cNvGrpSpPr/>
            <p:nvPr/>
          </p:nvGrpSpPr>
          <p:grpSpPr>
            <a:xfrm>
              <a:off x="1625600" y="690880"/>
              <a:ext cx="3010315" cy="2970480"/>
              <a:chOff x="1625600" y="690880"/>
              <a:chExt cx="3010315" cy="2970480"/>
            </a:xfrm>
          </p:grpSpPr>
          <mc:AlternateContent xmlns:mc="http://schemas.openxmlformats.org/markup-compatibility/2006" xmlns:p14="http://schemas.microsoft.com/office/powerpoint/2010/main" xmlns:aink="http://schemas.microsoft.com/office/drawing/2016/ink">
            <mc:Choice Requires="p14 aink">
              <p:contentPart p14:bwMode="auto" r:id="rId7">
                <p14:nvContentPartPr>
                  <p14:cNvPr id="66" name="Ink 65">
                    <a:extLst>
                      <a:ext uri="{FF2B5EF4-FFF2-40B4-BE49-F238E27FC236}">
                        <a16:creationId xmlns:a16="http://schemas.microsoft.com/office/drawing/2014/main" id="{F3B37C44-7F15-4877-B13F-3025EBAC30C6}"/>
                      </a:ext>
                    </a:extLst>
                  </p14:cNvPr>
                  <p14:cNvContentPartPr/>
                  <p14:nvPr/>
                </p14:nvContentPartPr>
                <p14:xfrm>
                  <a:off x="2263876" y="690880"/>
                  <a:ext cx="621564" cy="2818080"/>
                </p14:xfrm>
              </p:contentPart>
            </mc:Choice>
            <mc:Fallback xmlns="">
              <p:pic>
                <p:nvPicPr>
                  <p:cNvPr id="66" name="Ink 65">
                    <a:extLst>
                      <a:ext uri="{FF2B5EF4-FFF2-40B4-BE49-F238E27FC236}">
                        <a16:creationId xmlns:a16="http://schemas.microsoft.com/office/drawing/2014/main" id="{F3B37C44-7F15-4877-B13F-3025EBAC30C6}"/>
                      </a:ext>
                    </a:extLst>
                  </p:cNvPr>
                  <p:cNvPicPr/>
                  <p:nvPr/>
                </p:nvPicPr>
                <p:blipFill>
                  <a:blip r:embed="rId8"/>
                  <a:stretch>
                    <a:fillRect/>
                  </a:stretch>
                </p:blipFill>
                <p:spPr>
                  <a:xfrm>
                    <a:off x="2226286" y="247437"/>
                    <a:ext cx="697124" cy="370422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67" name="Ink 66">
                    <a:extLst>
                      <a:ext uri="{FF2B5EF4-FFF2-40B4-BE49-F238E27FC236}">
                        <a16:creationId xmlns:a16="http://schemas.microsoft.com/office/drawing/2014/main" id="{EFB7B37C-5EC7-4D5A-AE3F-1C4D18263D2E}"/>
                      </a:ext>
                    </a:extLst>
                  </p14:cNvPr>
                  <p14:cNvContentPartPr/>
                  <p14:nvPr/>
                </p14:nvContentPartPr>
                <p14:xfrm>
                  <a:off x="2602054" y="1374352"/>
                  <a:ext cx="408261" cy="1541568"/>
                </p14:xfrm>
              </p:contentPart>
            </mc:Choice>
            <mc:Fallback xmlns="">
              <p:pic>
                <p:nvPicPr>
                  <p:cNvPr id="67" name="Ink 66">
                    <a:extLst>
                      <a:ext uri="{FF2B5EF4-FFF2-40B4-BE49-F238E27FC236}">
                        <a16:creationId xmlns:a16="http://schemas.microsoft.com/office/drawing/2014/main" id="{EFB7B37C-5EC7-4D5A-AE3F-1C4D18263D2E}"/>
                      </a:ext>
                    </a:extLst>
                  </p:cNvPr>
                  <p:cNvPicPr/>
                  <p:nvPr/>
                </p:nvPicPr>
                <p:blipFill>
                  <a:blip r:embed="rId10"/>
                  <a:stretch>
                    <a:fillRect/>
                  </a:stretch>
                </p:blipFill>
                <p:spPr>
                  <a:xfrm>
                    <a:off x="2572079" y="1315970"/>
                    <a:ext cx="467831" cy="165833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68" name="Ink 67">
                    <a:extLst>
                      <a:ext uri="{FF2B5EF4-FFF2-40B4-BE49-F238E27FC236}">
                        <a16:creationId xmlns:a16="http://schemas.microsoft.com/office/drawing/2014/main" id="{BEA795A6-A1F7-4351-88F1-380198EF935B}"/>
                      </a:ext>
                    </a:extLst>
                  </p14:cNvPr>
                  <p14:cNvContentPartPr/>
                  <p14:nvPr/>
                </p14:nvContentPartPr>
                <p14:xfrm>
                  <a:off x="3096996" y="741680"/>
                  <a:ext cx="621564" cy="2818080"/>
                </p14:xfrm>
              </p:contentPart>
            </mc:Choice>
            <mc:Fallback xmlns="">
              <p:pic>
                <p:nvPicPr>
                  <p:cNvPr id="68" name="Ink 67">
                    <a:extLst>
                      <a:ext uri="{FF2B5EF4-FFF2-40B4-BE49-F238E27FC236}">
                        <a16:creationId xmlns:a16="http://schemas.microsoft.com/office/drawing/2014/main" id="{BEA795A6-A1F7-4351-88F1-380198EF935B}"/>
                      </a:ext>
                    </a:extLst>
                  </p:cNvPr>
                  <p:cNvPicPr/>
                  <p:nvPr/>
                </p:nvPicPr>
                <p:blipFill>
                  <a:blip r:embed="rId12"/>
                  <a:stretch>
                    <a:fillRect/>
                  </a:stretch>
                </p:blipFill>
                <p:spPr>
                  <a:xfrm>
                    <a:off x="3059406" y="298237"/>
                    <a:ext cx="697124" cy="370422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69" name="Ink 68">
                    <a:extLst>
                      <a:ext uri="{FF2B5EF4-FFF2-40B4-BE49-F238E27FC236}">
                        <a16:creationId xmlns:a16="http://schemas.microsoft.com/office/drawing/2014/main" id="{A93555AF-D75A-49C2-912F-0FC0FD38CF63}"/>
                      </a:ext>
                    </a:extLst>
                  </p14:cNvPr>
                  <p14:cNvContentPartPr/>
                  <p14:nvPr/>
                </p14:nvContentPartPr>
                <p14:xfrm>
                  <a:off x="3435174" y="1425152"/>
                  <a:ext cx="408261" cy="1541568"/>
                </p14:xfrm>
              </p:contentPart>
            </mc:Choice>
            <mc:Fallback xmlns="">
              <p:pic>
                <p:nvPicPr>
                  <p:cNvPr id="69" name="Ink 68">
                    <a:extLst>
                      <a:ext uri="{FF2B5EF4-FFF2-40B4-BE49-F238E27FC236}">
                        <a16:creationId xmlns:a16="http://schemas.microsoft.com/office/drawing/2014/main" id="{A93555AF-D75A-49C2-912F-0FC0FD38CF63}"/>
                      </a:ext>
                    </a:extLst>
                  </p:cNvPr>
                  <p:cNvPicPr/>
                  <p:nvPr/>
                </p:nvPicPr>
                <p:blipFill>
                  <a:blip r:embed="rId14"/>
                  <a:stretch>
                    <a:fillRect/>
                  </a:stretch>
                </p:blipFill>
                <p:spPr>
                  <a:xfrm>
                    <a:off x="3405199" y="1366770"/>
                    <a:ext cx="467831" cy="1658331"/>
                  </a:xfrm>
                  <a:prstGeom prst="rect">
                    <a:avLst/>
                  </a:prstGeom>
                </p:spPr>
              </p:pic>
            </mc:Fallback>
          </mc:AlternateContent>
          <p:cxnSp>
            <p:nvCxnSpPr>
              <p:cNvPr id="70" name="Straight Arrow Connector 69">
                <a:extLst>
                  <a:ext uri="{FF2B5EF4-FFF2-40B4-BE49-F238E27FC236}">
                    <a16:creationId xmlns:a16="http://schemas.microsoft.com/office/drawing/2014/main" id="{4605411E-2B87-4DF0-AB01-7C8F9D7E03FE}"/>
                  </a:ext>
                </a:extLst>
              </p:cNvPr>
              <p:cNvCxnSpPr>
                <a:cxnSpLocks/>
              </p:cNvCxnSpPr>
              <p:nvPr/>
            </p:nvCxnSpPr>
            <p:spPr>
              <a:xfrm>
                <a:off x="1625600" y="2651760"/>
                <a:ext cx="629920" cy="182880"/>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35C360D9-A888-434F-8F2C-7BF76A71F943}"/>
                  </a:ext>
                </a:extLst>
              </p:cNvPr>
              <p:cNvCxnSpPr>
                <a:cxnSpLocks/>
              </p:cNvCxnSpPr>
              <p:nvPr/>
            </p:nvCxnSpPr>
            <p:spPr>
              <a:xfrm>
                <a:off x="1859280" y="1127760"/>
                <a:ext cx="650240" cy="223520"/>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C281682E-158C-46DB-9C8B-22127B3E252E}"/>
                  </a:ext>
                </a:extLst>
              </p:cNvPr>
              <p:cNvCxnSpPr>
                <a:cxnSpLocks/>
              </p:cNvCxnSpPr>
              <p:nvPr/>
            </p:nvCxnSpPr>
            <p:spPr>
              <a:xfrm>
                <a:off x="1778000" y="1635760"/>
                <a:ext cx="650240" cy="223520"/>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E715CD78-6ABD-4655-9E00-2001B70A97A1}"/>
                  </a:ext>
                </a:extLst>
              </p:cNvPr>
              <p:cNvCxnSpPr>
                <a:cxnSpLocks/>
              </p:cNvCxnSpPr>
              <p:nvPr/>
            </p:nvCxnSpPr>
            <p:spPr>
              <a:xfrm>
                <a:off x="1727200" y="2133600"/>
                <a:ext cx="650240" cy="223520"/>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5AE56C52-2E46-4D6A-B26C-6A82B7A0399E}"/>
                  </a:ext>
                </a:extLst>
              </p:cNvPr>
              <p:cNvGrpSpPr/>
              <p:nvPr/>
            </p:nvGrpSpPr>
            <p:grpSpPr>
              <a:xfrm>
                <a:off x="3889476" y="843280"/>
                <a:ext cx="746439" cy="2818080"/>
                <a:chOff x="3889476" y="843280"/>
                <a:chExt cx="746439" cy="2818080"/>
              </a:xfrm>
            </p:grpSpPr>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75" name="Ink 74">
                      <a:extLst>
                        <a:ext uri="{FF2B5EF4-FFF2-40B4-BE49-F238E27FC236}">
                          <a16:creationId xmlns:a16="http://schemas.microsoft.com/office/drawing/2014/main" id="{3CCB0D0A-962B-46B7-9DD3-4C2A5A6F8855}"/>
                        </a:ext>
                      </a:extLst>
                    </p14:cNvPr>
                    <p14:cNvContentPartPr/>
                    <p14:nvPr/>
                  </p14:nvContentPartPr>
                  <p14:xfrm>
                    <a:off x="3889476" y="843280"/>
                    <a:ext cx="621564" cy="2818080"/>
                  </p14:xfrm>
                </p:contentPart>
              </mc:Choice>
              <mc:Fallback xmlns="">
                <p:pic>
                  <p:nvPicPr>
                    <p:cNvPr id="75" name="Ink 74">
                      <a:extLst>
                        <a:ext uri="{FF2B5EF4-FFF2-40B4-BE49-F238E27FC236}">
                          <a16:creationId xmlns:a16="http://schemas.microsoft.com/office/drawing/2014/main" id="{3CCB0D0A-962B-46B7-9DD3-4C2A5A6F8855}"/>
                        </a:ext>
                      </a:extLst>
                    </p:cNvPr>
                    <p:cNvPicPr/>
                    <p:nvPr/>
                  </p:nvPicPr>
                  <p:blipFill>
                    <a:blip r:embed="rId16"/>
                    <a:stretch>
                      <a:fillRect/>
                    </a:stretch>
                  </p:blipFill>
                  <p:spPr>
                    <a:xfrm>
                      <a:off x="3851886" y="399837"/>
                      <a:ext cx="697124" cy="370422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76" name="Ink 75">
                      <a:extLst>
                        <a:ext uri="{FF2B5EF4-FFF2-40B4-BE49-F238E27FC236}">
                          <a16:creationId xmlns:a16="http://schemas.microsoft.com/office/drawing/2014/main" id="{2F959562-917A-4F9D-9840-20B3CEFC1C1D}"/>
                        </a:ext>
                      </a:extLst>
                    </p14:cNvPr>
                    <p14:cNvContentPartPr/>
                    <p14:nvPr/>
                  </p14:nvContentPartPr>
                  <p14:xfrm>
                    <a:off x="4227654" y="1526752"/>
                    <a:ext cx="408261" cy="1541568"/>
                  </p14:xfrm>
                </p:contentPart>
              </mc:Choice>
              <mc:Fallback xmlns="">
                <p:pic>
                  <p:nvPicPr>
                    <p:cNvPr id="76" name="Ink 75">
                      <a:extLst>
                        <a:ext uri="{FF2B5EF4-FFF2-40B4-BE49-F238E27FC236}">
                          <a16:creationId xmlns:a16="http://schemas.microsoft.com/office/drawing/2014/main" id="{2F959562-917A-4F9D-9840-20B3CEFC1C1D}"/>
                        </a:ext>
                      </a:extLst>
                    </p:cNvPr>
                    <p:cNvPicPr/>
                    <p:nvPr/>
                  </p:nvPicPr>
                  <p:blipFill>
                    <a:blip r:embed="rId18"/>
                    <a:stretch>
                      <a:fillRect/>
                    </a:stretch>
                  </p:blipFill>
                  <p:spPr>
                    <a:xfrm>
                      <a:off x="4197679" y="1468370"/>
                      <a:ext cx="467831" cy="165833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77" name="Ink 76">
                      <a:extLst>
                        <a:ext uri="{FF2B5EF4-FFF2-40B4-BE49-F238E27FC236}">
                          <a16:creationId xmlns:a16="http://schemas.microsoft.com/office/drawing/2014/main" id="{8E8FA0E1-98DB-40E8-AD89-FBB41848CFD0}"/>
                        </a:ext>
                      </a:extLst>
                    </p14:cNvPr>
                    <p14:cNvContentPartPr/>
                    <p14:nvPr/>
                  </p14:nvContentPartPr>
                  <p14:xfrm>
                    <a:off x="4105240" y="2962260"/>
                    <a:ext cx="233080" cy="168099"/>
                  </p14:xfrm>
                </p:contentPart>
              </mc:Choice>
              <mc:Fallback xmlns="">
                <p:pic>
                  <p:nvPicPr>
                    <p:cNvPr id="77" name="Ink 76">
                      <a:extLst>
                        <a:ext uri="{FF2B5EF4-FFF2-40B4-BE49-F238E27FC236}">
                          <a16:creationId xmlns:a16="http://schemas.microsoft.com/office/drawing/2014/main" id="{8E8FA0E1-98DB-40E8-AD89-FBB41848CFD0}"/>
                        </a:ext>
                      </a:extLst>
                    </p:cNvPr>
                    <p:cNvPicPr/>
                    <p:nvPr/>
                  </p:nvPicPr>
                  <p:blipFill>
                    <a:blip r:embed="rId20"/>
                    <a:stretch>
                      <a:fillRect/>
                    </a:stretch>
                  </p:blipFill>
                  <p:spPr>
                    <a:xfrm>
                      <a:off x="4095750" y="2851669"/>
                      <a:ext cx="251681" cy="388545"/>
                    </a:xfrm>
                    <a:prstGeom prst="rect">
                      <a:avLst/>
                    </a:prstGeom>
                  </p:spPr>
                </p:pic>
              </mc:Fallback>
            </mc:AlternateContent>
          </p:grpSp>
        </p:grpSp>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64" name="Ink 63">
                  <a:extLst>
                    <a:ext uri="{FF2B5EF4-FFF2-40B4-BE49-F238E27FC236}">
                      <a16:creationId xmlns:a16="http://schemas.microsoft.com/office/drawing/2014/main" id="{4BA2687E-2561-45A0-B069-196A5DB9F718}"/>
                    </a:ext>
                  </a:extLst>
                </p14:cNvPr>
                <p14:cNvContentPartPr/>
                <p14:nvPr/>
              </p14:nvContentPartPr>
              <p14:xfrm>
                <a:off x="3333080" y="2880980"/>
                <a:ext cx="233080" cy="168099"/>
              </p14:xfrm>
            </p:contentPart>
          </mc:Choice>
          <mc:Fallback xmlns="">
            <p:pic>
              <p:nvPicPr>
                <p:cNvPr id="64" name="Ink 63">
                  <a:extLst>
                    <a:ext uri="{FF2B5EF4-FFF2-40B4-BE49-F238E27FC236}">
                      <a16:creationId xmlns:a16="http://schemas.microsoft.com/office/drawing/2014/main" id="{4BA2687E-2561-45A0-B069-196A5DB9F718}"/>
                    </a:ext>
                  </a:extLst>
                </p:cNvPr>
                <p:cNvPicPr/>
                <p:nvPr/>
              </p:nvPicPr>
              <p:blipFill>
                <a:blip r:embed="rId22"/>
                <a:stretch>
                  <a:fillRect/>
                </a:stretch>
              </p:blipFill>
              <p:spPr>
                <a:xfrm>
                  <a:off x="3323590" y="2770389"/>
                  <a:ext cx="251681" cy="38854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
              <p14:nvContentPartPr>
                <p14:cNvPr id="65" name="Ink 64">
                  <a:extLst>
                    <a:ext uri="{FF2B5EF4-FFF2-40B4-BE49-F238E27FC236}">
                      <a16:creationId xmlns:a16="http://schemas.microsoft.com/office/drawing/2014/main" id="{654C1FA5-7525-4295-BF3B-377D660729D6}"/>
                    </a:ext>
                  </a:extLst>
                </p14:cNvPr>
                <p14:cNvContentPartPr/>
                <p14:nvPr/>
              </p14:nvContentPartPr>
              <p14:xfrm>
                <a:off x="2499960" y="2820020"/>
                <a:ext cx="233080" cy="168099"/>
              </p14:xfrm>
            </p:contentPart>
          </mc:Choice>
          <mc:Fallback xmlns="">
            <p:pic>
              <p:nvPicPr>
                <p:cNvPr id="65" name="Ink 64">
                  <a:extLst>
                    <a:ext uri="{FF2B5EF4-FFF2-40B4-BE49-F238E27FC236}">
                      <a16:creationId xmlns:a16="http://schemas.microsoft.com/office/drawing/2014/main" id="{654C1FA5-7525-4295-BF3B-377D660729D6}"/>
                    </a:ext>
                  </a:extLst>
                </p:cNvPr>
                <p:cNvPicPr/>
                <p:nvPr/>
              </p:nvPicPr>
              <p:blipFill>
                <a:blip r:embed="rId24"/>
                <a:stretch>
                  <a:fillRect/>
                </a:stretch>
              </p:blipFill>
              <p:spPr>
                <a:xfrm>
                  <a:off x="2490470" y="2709429"/>
                  <a:ext cx="251681" cy="388545"/>
                </a:xfrm>
                <a:prstGeom prst="rect">
                  <a:avLst/>
                </a:prstGeom>
              </p:spPr>
            </p:pic>
          </mc:Fallback>
        </mc:AlternateContent>
      </p:grpSp>
      <p:sp>
        <p:nvSpPr>
          <p:cNvPr id="82" name="TextBox 81">
            <a:extLst>
              <a:ext uri="{FF2B5EF4-FFF2-40B4-BE49-F238E27FC236}">
                <a16:creationId xmlns:a16="http://schemas.microsoft.com/office/drawing/2014/main" id="{C1D46A5A-7A01-4653-9F4E-DCEEF9652B3D}"/>
              </a:ext>
            </a:extLst>
          </p:cNvPr>
          <p:cNvSpPr txBox="1"/>
          <p:nvPr/>
        </p:nvSpPr>
        <p:spPr>
          <a:xfrm rot="19819895">
            <a:off x="4588912" y="5199836"/>
            <a:ext cx="1768491" cy="769441"/>
          </a:xfrm>
          <a:prstGeom prst="rect">
            <a:avLst/>
          </a:prstGeom>
          <a:noFill/>
        </p:spPr>
        <p:txBody>
          <a:bodyPr wrap="square">
            <a:spAutoFit/>
          </a:bodyPr>
          <a:lstStyle/>
          <a:p>
            <a:pPr algn="ctr"/>
            <a:r>
              <a:rPr lang="en-GB" sz="2200" b="1" i="1" dirty="0">
                <a:latin typeface="Comic Sans MS" panose="030F0702030302020204" pitchFamily="66" charset="0"/>
              </a:rPr>
              <a:t>Galactic Winds</a:t>
            </a:r>
            <a:endParaRPr lang="en-SE" sz="2200" b="1" i="1" baseline="-25000" dirty="0">
              <a:latin typeface="Comic Sans MS" panose="030F0702030302020204" pitchFamily="66" charset="0"/>
            </a:endParaRPr>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1DE44336-2C1F-49F8-A9D3-DC9BEFCE2240}"/>
                  </a:ext>
                </a:extLst>
              </p:cNvPr>
              <p:cNvSpPr/>
              <p:nvPr/>
            </p:nvSpPr>
            <p:spPr>
              <a:xfrm>
                <a:off x="1" y="2621280"/>
                <a:ext cx="12110720" cy="4006867"/>
              </a:xfrm>
              <a:prstGeom prst="rect">
                <a:avLst/>
              </a:prstGeom>
              <a:blipFill>
                <a:blip r:embed="rId25">
                  <a:alphaModFix amt="20000"/>
                </a:blip>
                <a:tile tx="0" ty="0" sx="100000" sy="100000" flip="none" algn="tl"/>
              </a:bli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a:fld id="{825F15A7-03F4-43D7-82C5-3E23DA2F108C}" type="mathplaceholder">
                        <a:rPr lang="en-GB" i="1" smtClean="0">
                          <a:latin typeface="Cambria Math" panose="02040503050406030204" pitchFamily="18" charset="0"/>
                        </a:rPr>
                        <a:t>Type equation here.</a:t>
                      </a:fld>
                    </m:oMath>
                  </m:oMathPara>
                </a14:m>
                <a:endParaRPr lang="en-GB" dirty="0"/>
              </a:p>
            </p:txBody>
          </p:sp>
        </mc:Choice>
        <mc:Fallback xmlns="">
          <p:sp>
            <p:nvSpPr>
              <p:cNvPr id="25" name="Rectangle 24">
                <a:extLst>
                  <a:ext uri="{FF2B5EF4-FFF2-40B4-BE49-F238E27FC236}">
                    <a16:creationId xmlns:a16="http://schemas.microsoft.com/office/drawing/2014/main" id="{1DE44336-2C1F-49F8-A9D3-DC9BEFCE2240}"/>
                  </a:ext>
                </a:extLst>
              </p:cNvPr>
              <p:cNvSpPr>
                <a:spLocks noRot="1" noChangeAspect="1" noMove="1" noResize="1" noEditPoints="1" noAdjustHandles="1" noChangeArrowheads="1" noChangeShapeType="1" noTextEdit="1"/>
              </p:cNvSpPr>
              <p:nvPr/>
            </p:nvSpPr>
            <p:spPr>
              <a:xfrm>
                <a:off x="1" y="2621280"/>
                <a:ext cx="12110720" cy="4006867"/>
              </a:xfrm>
              <a:prstGeom prst="rect">
                <a:avLst/>
              </a:prstGeom>
              <a:blipFill>
                <a:blip r:embed="rId26"/>
                <a:stretch>
                  <a:fillRect/>
                </a:stretch>
              </a:blipFill>
              <a:ln>
                <a:solidFill>
                  <a:schemeClr val="bg1"/>
                </a:solidFill>
              </a:ln>
            </p:spPr>
            <p:txBody>
              <a:bodyPr/>
              <a:lstStyle/>
              <a:p>
                <a:r>
                  <a:rPr lang="en-SE">
                    <a:noFill/>
                  </a:rPr>
                  <a:t> </a:t>
                </a:r>
              </a:p>
            </p:txBody>
          </p:sp>
        </mc:Fallback>
      </mc:AlternateContent>
      <p:sp>
        <p:nvSpPr>
          <p:cNvPr id="33" name="Rectangle 32">
            <a:extLst>
              <a:ext uri="{FF2B5EF4-FFF2-40B4-BE49-F238E27FC236}">
                <a16:creationId xmlns:a16="http://schemas.microsoft.com/office/drawing/2014/main" id="{0306F38E-E2A1-4CBD-8D37-7A7F254AAFB4}"/>
              </a:ext>
            </a:extLst>
          </p:cNvPr>
          <p:cNvSpPr/>
          <p:nvPr/>
        </p:nvSpPr>
        <p:spPr>
          <a:xfrm>
            <a:off x="723684" y="1497589"/>
            <a:ext cx="10442156" cy="1005168"/>
          </a:xfrm>
          <a:prstGeom prst="rect">
            <a:avLst/>
          </a:prstGeom>
          <a:noFill/>
          <a:ln cap="flat">
            <a:solidFill>
              <a:schemeClr val="bg1"/>
            </a:solidFill>
            <a:prstDash val="solid"/>
          </a:ln>
          <a:effectLst>
            <a:outerShdw blurRad="63500" sx="102000" sy="102000" algn="ctr" rotWithShape="0">
              <a:prstClr val="black">
                <a:alpha val="40000"/>
              </a:prstClr>
            </a:outerShdw>
          </a:effectLst>
        </p:spPr>
        <p:txBody>
          <a:bodyPr vert="horz" wrap="square" lIns="82953" tIns="41476" rIns="82953" bIns="41476" anchor="t" anchorCtr="0" compatLnSpc="1">
            <a:spAutoFit/>
          </a:bodyPr>
          <a:lstStyle/>
          <a:p>
            <a:pPr marL="342900" indent="-342900" defTabSz="829544">
              <a:buFont typeface="Wingdings" panose="05000000000000000000" pitchFamily="2" charset="2"/>
              <a:buChar char="v"/>
              <a:defRPr sz="1800" b="0" i="0" u="none" strike="noStrike" kern="0" cap="none" spc="0" baseline="0">
                <a:solidFill>
                  <a:srgbClr val="000000"/>
                </a:solidFill>
                <a:uFillTx/>
              </a:defRPr>
            </a:pPr>
            <a:r>
              <a:rPr lang="en-GB" sz="1996" kern="0" dirty="0">
                <a:solidFill>
                  <a:srgbClr val="000000"/>
                </a:solidFill>
                <a:latin typeface="Times New Roman" pitchFamily="18"/>
                <a:cs typeface="Times New Roman" pitchFamily="18"/>
              </a:rPr>
              <a:t>The basic idea is that primary particles are accelerated in astrophysical sources (namely SNRs) and propagate throughout the Galaxy during millions of years, due to scattering with plasma waves. Occasionally, they interact with gas and produce secondary nuclei through spallation.</a:t>
            </a:r>
            <a:endParaRPr lang="en-US" sz="1996" dirty="0">
              <a:solidFill>
                <a:srgbClr val="000000"/>
              </a:solidFill>
              <a:latin typeface="Times New Roman" pitchFamily="18"/>
              <a:cs typeface="Times New Roman" pitchFamily="18"/>
            </a:endParaRPr>
          </a:p>
        </p:txBody>
      </p:sp>
    </p:spTree>
    <p:extLst>
      <p:ext uri="{BB962C8B-B14F-4D97-AF65-F5344CB8AC3E}">
        <p14:creationId xmlns:p14="http://schemas.microsoft.com/office/powerpoint/2010/main" val="452186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5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596AFD-D3DA-4877-9A7B-297AD4C226F8}"/>
              </a:ext>
            </a:extLst>
          </p:cNvPr>
          <p:cNvPicPr>
            <a:picLocks noChangeAspect="1"/>
          </p:cNvPicPr>
          <p:nvPr/>
        </p:nvPicPr>
        <p:blipFill>
          <a:blip r:embed="rId3"/>
          <a:stretch>
            <a:fillRect/>
          </a:stretch>
        </p:blipFill>
        <p:spPr>
          <a:xfrm>
            <a:off x="1386227" y="2852062"/>
            <a:ext cx="10012121" cy="1958318"/>
          </a:xfrm>
          <a:prstGeom prst="rect">
            <a:avLst/>
          </a:prstGeom>
        </p:spPr>
      </p:pic>
      <p:sp>
        <p:nvSpPr>
          <p:cNvPr id="14" name="Title 5">
            <a:extLst>
              <a:ext uri="{FF2B5EF4-FFF2-40B4-BE49-F238E27FC236}">
                <a16:creationId xmlns:a16="http://schemas.microsoft.com/office/drawing/2014/main" id="{86B076C5-BBCB-4E03-BF90-C1FA92F84022}"/>
              </a:ext>
            </a:extLst>
          </p:cNvPr>
          <p:cNvSpPr txBox="1">
            <a:spLocks/>
          </p:cNvSpPr>
          <p:nvPr/>
        </p:nvSpPr>
        <p:spPr>
          <a:xfrm>
            <a:off x="785120" y="394237"/>
            <a:ext cx="10515600"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4000" b="1" dirty="0"/>
          </a:p>
        </p:txBody>
      </p:sp>
      <p:pic>
        <p:nvPicPr>
          <p:cNvPr id="38" name="Picture 37">
            <a:extLst>
              <a:ext uri="{FF2B5EF4-FFF2-40B4-BE49-F238E27FC236}">
                <a16:creationId xmlns:a16="http://schemas.microsoft.com/office/drawing/2014/main" id="{07788A95-7841-484F-9077-3523ABAEFFF6}"/>
              </a:ext>
            </a:extLst>
          </p:cNvPr>
          <p:cNvPicPr>
            <a:picLocks noChangeAspect="1"/>
          </p:cNvPicPr>
          <p:nvPr/>
        </p:nvPicPr>
        <p:blipFill>
          <a:blip r:embed="rId4"/>
          <a:stretch>
            <a:fillRect/>
          </a:stretch>
        </p:blipFill>
        <p:spPr>
          <a:xfrm>
            <a:off x="1406774" y="2858197"/>
            <a:ext cx="10012121" cy="1958318"/>
          </a:xfrm>
          <a:prstGeom prst="rect">
            <a:avLst/>
          </a:prstGeom>
        </p:spPr>
      </p:pic>
      <p:sp>
        <p:nvSpPr>
          <p:cNvPr id="3" name="Oval 2">
            <a:extLst>
              <a:ext uri="{FF2B5EF4-FFF2-40B4-BE49-F238E27FC236}">
                <a16:creationId xmlns:a16="http://schemas.microsoft.com/office/drawing/2014/main" id="{1F41F59F-E48C-4276-883C-CAF56856FB6D}"/>
              </a:ext>
            </a:extLst>
          </p:cNvPr>
          <p:cNvSpPr/>
          <p:nvPr/>
        </p:nvSpPr>
        <p:spPr>
          <a:xfrm>
            <a:off x="1910460" y="3165331"/>
            <a:ext cx="1098876" cy="623993"/>
          </a:xfrm>
          <a:prstGeom prst="ellipse">
            <a:avLst/>
          </a:prstGeom>
          <a:noFill/>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1" name="Oval 10">
            <a:extLst>
              <a:ext uri="{FF2B5EF4-FFF2-40B4-BE49-F238E27FC236}">
                <a16:creationId xmlns:a16="http://schemas.microsoft.com/office/drawing/2014/main" id="{73340D01-855B-4344-A8DB-1F2C0BBC0FBF}"/>
              </a:ext>
            </a:extLst>
          </p:cNvPr>
          <p:cNvSpPr/>
          <p:nvPr/>
        </p:nvSpPr>
        <p:spPr>
          <a:xfrm>
            <a:off x="5426485" y="3965036"/>
            <a:ext cx="1734006" cy="606092"/>
          </a:xfrm>
          <a:prstGeom prst="ellipse">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0">
            <a:extLst>
              <a:ext uri="{FF2B5EF4-FFF2-40B4-BE49-F238E27FC236}">
                <a16:creationId xmlns:a16="http://schemas.microsoft.com/office/drawing/2014/main" id="{8EE2EC1F-1AC9-4BF8-B34F-ABBB8AC179D0}"/>
              </a:ext>
            </a:extLst>
          </p:cNvPr>
          <p:cNvPicPr>
            <a:picLocks noChangeAspect="1"/>
          </p:cNvPicPr>
          <p:nvPr/>
        </p:nvPicPr>
        <p:blipFill>
          <a:blip r:embed="rId5"/>
          <a:stretch>
            <a:fillRect/>
          </a:stretch>
        </p:blipFill>
        <p:spPr>
          <a:xfrm>
            <a:off x="731573" y="5511423"/>
            <a:ext cx="2452308" cy="890946"/>
          </a:xfrm>
          <a:prstGeom prst="rect">
            <a:avLst/>
          </a:prstGeom>
        </p:spPr>
      </p:pic>
      <p:pic>
        <p:nvPicPr>
          <p:cNvPr id="22" name="Picture 21">
            <a:extLst>
              <a:ext uri="{FF2B5EF4-FFF2-40B4-BE49-F238E27FC236}">
                <a16:creationId xmlns:a16="http://schemas.microsoft.com/office/drawing/2014/main" id="{178FFAFD-8687-4FBC-AF61-508436BE659D}"/>
              </a:ext>
            </a:extLst>
          </p:cNvPr>
          <p:cNvPicPr>
            <a:picLocks noChangeAspect="1"/>
          </p:cNvPicPr>
          <p:nvPr/>
        </p:nvPicPr>
        <p:blipFill>
          <a:blip r:embed="rId6"/>
          <a:stretch>
            <a:fillRect/>
          </a:stretch>
        </p:blipFill>
        <p:spPr>
          <a:xfrm>
            <a:off x="8584886" y="5725760"/>
            <a:ext cx="2293526" cy="538096"/>
          </a:xfrm>
          <a:prstGeom prst="rect">
            <a:avLst/>
          </a:prstGeom>
        </p:spPr>
      </p:pic>
      <p:sp>
        <p:nvSpPr>
          <p:cNvPr id="29" name="Oval 28">
            <a:extLst>
              <a:ext uri="{FF2B5EF4-FFF2-40B4-BE49-F238E27FC236}">
                <a16:creationId xmlns:a16="http://schemas.microsoft.com/office/drawing/2014/main" id="{59FB896B-41F5-44D2-8FDC-A7CE0A7DD712}"/>
              </a:ext>
            </a:extLst>
          </p:cNvPr>
          <p:cNvSpPr/>
          <p:nvPr/>
        </p:nvSpPr>
        <p:spPr>
          <a:xfrm>
            <a:off x="554121" y="5595209"/>
            <a:ext cx="2825957" cy="796868"/>
          </a:xfrm>
          <a:prstGeom prst="ellipse">
            <a:avLst/>
          </a:prstGeom>
          <a:noFill/>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31" name="Oval 30">
            <a:extLst>
              <a:ext uri="{FF2B5EF4-FFF2-40B4-BE49-F238E27FC236}">
                <a16:creationId xmlns:a16="http://schemas.microsoft.com/office/drawing/2014/main" id="{B47F337A-5AC6-454E-83EE-B0A1CA910C91}"/>
              </a:ext>
            </a:extLst>
          </p:cNvPr>
          <p:cNvSpPr/>
          <p:nvPr/>
        </p:nvSpPr>
        <p:spPr>
          <a:xfrm>
            <a:off x="8373673" y="5620949"/>
            <a:ext cx="2698282" cy="697302"/>
          </a:xfrm>
          <a:prstGeom prst="ellipse">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D67E8BAC-9A19-4965-9F99-5C7E6462BF4A}"/>
              </a:ext>
            </a:extLst>
          </p:cNvPr>
          <p:cNvSpPr>
            <a:spLocks noGrp="1"/>
          </p:cNvSpPr>
          <p:nvPr>
            <p:ph type="sldNum" sz="quarter" idx="12"/>
          </p:nvPr>
        </p:nvSpPr>
        <p:spPr/>
        <p:txBody>
          <a:bodyPr/>
          <a:lstStyle/>
          <a:p>
            <a:fld id="{22575A84-A01E-4477-BEC3-178D27864C62}" type="slidenum">
              <a:rPr lang="en-GB" smtClean="0"/>
              <a:t>6</a:t>
            </a:fld>
            <a:endParaRPr lang="en-GB"/>
          </a:p>
        </p:txBody>
      </p:sp>
      <p:sp>
        <p:nvSpPr>
          <p:cNvPr id="17" name="Title 1">
            <a:extLst>
              <a:ext uri="{FF2B5EF4-FFF2-40B4-BE49-F238E27FC236}">
                <a16:creationId xmlns:a16="http://schemas.microsoft.com/office/drawing/2014/main" id="{CB5B55F9-EA4E-409C-8EC7-B7CF7D165432}"/>
              </a:ext>
            </a:extLst>
          </p:cNvPr>
          <p:cNvSpPr>
            <a:spLocks noGrp="1"/>
          </p:cNvSpPr>
          <p:nvPr>
            <p:ph type="title"/>
          </p:nvPr>
        </p:nvSpPr>
        <p:spPr>
          <a:xfrm>
            <a:off x="797104" y="303481"/>
            <a:ext cx="10515600" cy="1325563"/>
          </a:xfrm>
        </p:spPr>
        <p:txBody>
          <a:bodyPr/>
          <a:lstStyle/>
          <a:p>
            <a:r>
              <a:rPr lang="en-GB" sz="4400" b="1" dirty="0"/>
              <a:t>The </a:t>
            </a:r>
            <a:r>
              <a:rPr lang="en-GB" sz="4400" b="1" i="1" dirty="0"/>
              <a:t>DRAGON2</a:t>
            </a:r>
            <a:r>
              <a:rPr lang="en-GB" sz="4400" b="1" dirty="0"/>
              <a:t> code</a:t>
            </a:r>
            <a:endParaRPr lang="en-GB" dirty="0"/>
          </a:p>
        </p:txBody>
      </p:sp>
      <p:sp>
        <p:nvSpPr>
          <p:cNvPr id="2" name="Rectangle: Rounded Corners 1">
            <a:extLst>
              <a:ext uri="{FF2B5EF4-FFF2-40B4-BE49-F238E27FC236}">
                <a16:creationId xmlns:a16="http://schemas.microsoft.com/office/drawing/2014/main" id="{56ADA5DF-B56F-457B-9A8C-E21583E2B787}"/>
              </a:ext>
            </a:extLst>
          </p:cNvPr>
          <p:cNvSpPr/>
          <p:nvPr/>
        </p:nvSpPr>
        <p:spPr>
          <a:xfrm>
            <a:off x="8021617" y="3044787"/>
            <a:ext cx="3267667" cy="793065"/>
          </a:xfrm>
          <a:prstGeom prst="round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A6725190-701C-4893-9A09-D19927E8D2A3}"/>
              </a:ext>
            </a:extLst>
          </p:cNvPr>
          <p:cNvPicPr>
            <a:picLocks noChangeAspect="1"/>
          </p:cNvPicPr>
          <p:nvPr/>
        </p:nvPicPr>
        <p:blipFill>
          <a:blip r:embed="rId7"/>
          <a:stretch>
            <a:fillRect/>
          </a:stretch>
        </p:blipFill>
        <p:spPr>
          <a:xfrm>
            <a:off x="9492539" y="4326690"/>
            <a:ext cx="1734007" cy="780303"/>
          </a:xfrm>
          <a:prstGeom prst="rect">
            <a:avLst/>
          </a:prstGeom>
          <a:ln w="28575">
            <a:solidFill>
              <a:schemeClr val="accent4">
                <a:lumMod val="75000"/>
              </a:schemeClr>
            </a:solidFill>
          </a:ln>
        </p:spPr>
      </p:pic>
      <p:pic>
        <p:nvPicPr>
          <p:cNvPr id="10" name="Picture 9">
            <a:extLst>
              <a:ext uri="{FF2B5EF4-FFF2-40B4-BE49-F238E27FC236}">
                <a16:creationId xmlns:a16="http://schemas.microsoft.com/office/drawing/2014/main" id="{C7CDC65A-0F9F-4835-9741-E948456266F9}"/>
              </a:ext>
            </a:extLst>
          </p:cNvPr>
          <p:cNvPicPr>
            <a:picLocks noChangeAspect="1"/>
          </p:cNvPicPr>
          <p:nvPr/>
        </p:nvPicPr>
        <p:blipFill>
          <a:blip r:embed="rId8"/>
          <a:stretch>
            <a:fillRect/>
          </a:stretch>
        </p:blipFill>
        <p:spPr>
          <a:xfrm>
            <a:off x="308694" y="4614276"/>
            <a:ext cx="4188115" cy="671024"/>
          </a:xfrm>
          <a:prstGeom prst="rect">
            <a:avLst/>
          </a:prstGeom>
          <a:ln w="28575">
            <a:solidFill>
              <a:schemeClr val="accent2">
                <a:lumMod val="50000"/>
              </a:schemeClr>
            </a:solidFill>
          </a:ln>
        </p:spPr>
      </p:pic>
      <p:sp>
        <p:nvSpPr>
          <p:cNvPr id="12" name="Rectangle 11">
            <a:extLst>
              <a:ext uri="{FF2B5EF4-FFF2-40B4-BE49-F238E27FC236}">
                <a16:creationId xmlns:a16="http://schemas.microsoft.com/office/drawing/2014/main" id="{FE71DCA9-16B8-40C3-84EB-2FD8A7977778}"/>
              </a:ext>
            </a:extLst>
          </p:cNvPr>
          <p:cNvSpPr/>
          <p:nvPr/>
        </p:nvSpPr>
        <p:spPr>
          <a:xfrm>
            <a:off x="4811011" y="3799957"/>
            <a:ext cx="485144" cy="926851"/>
          </a:xfrm>
          <a:prstGeom prst="rect">
            <a:avLst/>
          </a:prstGeom>
          <a:noFill/>
          <a:ln w="28575">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F2310AC5-F27F-46CA-A619-3A7FCC031129}"/>
              </a:ext>
            </a:extLst>
          </p:cNvPr>
          <p:cNvSpPr/>
          <p:nvPr/>
        </p:nvSpPr>
        <p:spPr>
          <a:xfrm>
            <a:off x="7313277" y="3868875"/>
            <a:ext cx="1734005" cy="926851"/>
          </a:xfrm>
          <a:prstGeom prst="rect">
            <a:avLst/>
          </a:prstGeom>
          <a:no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12F0A6E-B3C4-4A04-AF45-E22C30E8A173}"/>
                  </a:ext>
                </a:extLst>
              </p:cNvPr>
              <p:cNvSpPr txBox="1"/>
              <p:nvPr/>
            </p:nvSpPr>
            <p:spPr>
              <a:xfrm>
                <a:off x="266114" y="3879408"/>
                <a:ext cx="1300997" cy="503408"/>
              </a:xfrm>
              <a:prstGeom prst="rect">
                <a:avLst/>
              </a:prstGeom>
              <a:noFill/>
              <a:ln w="28575">
                <a:solidFill>
                  <a:schemeClr val="accent1">
                    <a:lumMod val="40000"/>
                    <a:lumOff val="60000"/>
                  </a:schemeClr>
                </a:solidFill>
              </a:ln>
            </p:spPr>
            <p:txBody>
              <a:bodyPr wrap="none" lIns="0" tIns="0" rIns="0" bIns="0" rtlCol="0" anchor="ctr">
                <a:spAutoFit/>
              </a:bodyPr>
              <a:lstStyle/>
              <a:p>
                <a:pPr/>
                <a14:m>
                  <m:oMathPara xmlns:m="http://schemas.openxmlformats.org/officeDocument/2006/math">
                    <m:oMathParaPr>
                      <m:jc m:val="centerGroup"/>
                    </m:oMathParaPr>
                    <m:oMath xmlns:m="http://schemas.openxmlformats.org/officeDocument/2006/math">
                      <m:r>
                        <a:rPr lang="en-GB" sz="1700" b="0" i="1" smtClean="0">
                          <a:latin typeface="Cambria Math" panose="02040503050406030204" pitchFamily="18" charset="0"/>
                        </a:rPr>
                        <m:t>𝐷</m:t>
                      </m:r>
                      <m:r>
                        <a:rPr lang="en-GB" sz="1700" b="0" i="1" baseline="-25000" smtClean="0">
                          <a:latin typeface="Cambria Math" panose="02040503050406030204" pitchFamily="18" charset="0"/>
                        </a:rPr>
                        <m:t>𝑝𝑝</m:t>
                      </m:r>
                      <m:r>
                        <a:rPr lang="en-GB" sz="1700" b="0" i="1" smtClean="0">
                          <a:latin typeface="Cambria Math" panose="02040503050406030204" pitchFamily="18" charset="0"/>
                        </a:rPr>
                        <m:t> ∝</m:t>
                      </m:r>
                      <m:f>
                        <m:fPr>
                          <m:ctrlPr>
                            <a:rPr lang="en-GB" sz="1700" b="0" i="1" smtClean="0">
                              <a:latin typeface="Cambria Math" panose="02040503050406030204" pitchFamily="18" charset="0"/>
                            </a:rPr>
                          </m:ctrlPr>
                        </m:fPr>
                        <m:num>
                          <m:r>
                            <a:rPr lang="en-GB" sz="1700" b="0" i="1" smtClean="0">
                              <a:latin typeface="Cambria Math" panose="02040503050406030204" pitchFamily="18" charset="0"/>
                            </a:rPr>
                            <m:t>𝑝</m:t>
                          </m:r>
                          <m:r>
                            <a:rPr lang="en-GB" sz="1700" i="1" baseline="30000">
                              <a:latin typeface="Cambria Math" panose="02040503050406030204" pitchFamily="18" charset="0"/>
                            </a:rPr>
                            <m:t>2</m:t>
                          </m:r>
                          <m:r>
                            <a:rPr lang="en-GB" sz="1700" i="1">
                              <a:latin typeface="Cambria Math" panose="02040503050406030204" pitchFamily="18" charset="0"/>
                            </a:rPr>
                            <m:t> </m:t>
                          </m:r>
                          <m:r>
                            <a:rPr lang="en-GB" sz="1700" i="1">
                              <a:latin typeface="Cambria Math" panose="02040503050406030204" pitchFamily="18" charset="0"/>
                            </a:rPr>
                            <m:t>𝑉𝐴</m:t>
                          </m:r>
                          <m:r>
                            <a:rPr lang="en-GB" sz="1700" i="1" baseline="30000">
                              <a:latin typeface="Cambria Math" panose="02040503050406030204" pitchFamily="18" charset="0"/>
                            </a:rPr>
                            <m:t>2</m:t>
                          </m:r>
                        </m:num>
                        <m:den>
                          <m:r>
                            <a:rPr lang="en-GB" sz="1700" b="0" i="1" smtClean="0">
                              <a:latin typeface="Cambria Math" panose="02040503050406030204" pitchFamily="18" charset="0"/>
                            </a:rPr>
                            <m:t>𝐷</m:t>
                          </m:r>
                        </m:den>
                      </m:f>
                    </m:oMath>
                  </m:oMathPara>
                </a14:m>
                <a:endParaRPr lang="en-GB" sz="1700" b="0" dirty="0"/>
              </a:p>
              <a:p>
                <a:endParaRPr lang="en-GB" sz="100" dirty="0"/>
              </a:p>
            </p:txBody>
          </p:sp>
        </mc:Choice>
        <mc:Fallback xmlns="">
          <p:sp>
            <p:nvSpPr>
              <p:cNvPr id="23" name="TextBox 22">
                <a:extLst>
                  <a:ext uri="{FF2B5EF4-FFF2-40B4-BE49-F238E27FC236}">
                    <a16:creationId xmlns:a16="http://schemas.microsoft.com/office/drawing/2014/main" id="{C12F0A6E-B3C4-4A04-AF45-E22C30E8A173}"/>
                  </a:ext>
                </a:extLst>
              </p:cNvPr>
              <p:cNvSpPr txBox="1">
                <a:spLocks noRot="1" noChangeAspect="1" noMove="1" noResize="1" noEditPoints="1" noAdjustHandles="1" noChangeArrowheads="1" noChangeShapeType="1" noTextEdit="1"/>
              </p:cNvSpPr>
              <p:nvPr/>
            </p:nvSpPr>
            <p:spPr>
              <a:xfrm>
                <a:off x="266114" y="3879408"/>
                <a:ext cx="1300997" cy="503408"/>
              </a:xfrm>
              <a:prstGeom prst="rect">
                <a:avLst/>
              </a:prstGeom>
              <a:blipFill>
                <a:blip r:embed="rId11"/>
                <a:stretch>
                  <a:fillRect/>
                </a:stretch>
              </a:blipFill>
              <a:ln w="28575">
                <a:solidFill>
                  <a:schemeClr val="accent1">
                    <a:lumMod val="40000"/>
                    <a:lumOff val="60000"/>
                  </a:schemeClr>
                </a:solidFill>
              </a:ln>
            </p:spPr>
            <p:txBody>
              <a:bodyPr/>
              <a:lstStyle/>
              <a:p>
                <a:r>
                  <a:rPr lang="en-SE">
                    <a:noFill/>
                  </a:rPr>
                  <a:t> </a:t>
                </a:r>
              </a:p>
            </p:txBody>
          </p:sp>
        </mc:Fallback>
      </mc:AlternateContent>
      <p:sp>
        <p:nvSpPr>
          <p:cNvPr id="30" name="Oval 29">
            <a:extLst>
              <a:ext uri="{FF2B5EF4-FFF2-40B4-BE49-F238E27FC236}">
                <a16:creationId xmlns:a16="http://schemas.microsoft.com/office/drawing/2014/main" id="{DBB25B6E-BC8B-4CC5-B16E-6B97F3D40F9C}"/>
              </a:ext>
            </a:extLst>
          </p:cNvPr>
          <p:cNvSpPr/>
          <p:nvPr/>
        </p:nvSpPr>
        <p:spPr>
          <a:xfrm>
            <a:off x="5047589" y="3201800"/>
            <a:ext cx="729281" cy="551054"/>
          </a:xfrm>
          <a:prstGeom prst="ellipse">
            <a:avLst/>
          </a:prstGeom>
          <a:no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ABF54909-2FFC-4A79-93B7-D982C02D4F69}"/>
              </a:ext>
            </a:extLst>
          </p:cNvPr>
          <p:cNvSpPr/>
          <p:nvPr/>
        </p:nvSpPr>
        <p:spPr>
          <a:xfrm>
            <a:off x="7333825" y="3136008"/>
            <a:ext cx="599276" cy="623993"/>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28728BC-9468-478F-8AD8-7458898BDC12}"/>
                  </a:ext>
                </a:extLst>
              </p:cNvPr>
              <p:cNvSpPr txBox="1"/>
              <p:nvPr/>
            </p:nvSpPr>
            <p:spPr>
              <a:xfrm>
                <a:off x="205949" y="2685936"/>
                <a:ext cx="1271502" cy="5266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i="1" smtClean="0">
                              <a:latin typeface="Cambria Math" panose="02040503050406030204" pitchFamily="18" charset="0"/>
                            </a:rPr>
                            <m:t>𝜕</m:t>
                          </m:r>
                          <m:r>
                            <a:rPr lang="en-GB" b="0" i="1" smtClean="0">
                              <a:latin typeface="Cambria Math" panose="02040503050406030204" pitchFamily="18" charset="0"/>
                            </a:rPr>
                            <m:t>𝑁</m:t>
                          </m:r>
                        </m:num>
                        <m:den>
                          <m:r>
                            <a:rPr lang="en-GB" i="1" smtClean="0">
                              <a:latin typeface="Cambria Math" panose="02040503050406030204" pitchFamily="18" charset="0"/>
                            </a:rPr>
                            <m:t>𝜕</m:t>
                          </m:r>
                          <m:r>
                            <a:rPr lang="en-GB" b="0" i="1" smtClean="0">
                              <a:latin typeface="Cambria Math" panose="02040503050406030204" pitchFamily="18" charset="0"/>
                            </a:rPr>
                            <m:t>𝑅</m:t>
                          </m:r>
                        </m:den>
                      </m:f>
                      <m:r>
                        <a:rPr lang="en-GB" b="0" i="1" smtClean="0">
                          <a:latin typeface="Cambria Math" panose="02040503050406030204" pitchFamily="18" charset="0"/>
                        </a:rPr>
                        <m:t>𝑞</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 </m:t>
                      </m:r>
                      <m:r>
                        <a:rPr lang="en-GB" b="0" i="1" smtClean="0">
                          <a:latin typeface="Cambria Math" panose="02040503050406030204" pitchFamily="18" charset="0"/>
                        </a:rPr>
                        <m:t>𝑦</m:t>
                      </m:r>
                      <m:r>
                        <a:rPr lang="en-GB" b="0" i="1" smtClean="0">
                          <a:latin typeface="Cambria Math" panose="02040503050406030204" pitchFamily="18" charset="0"/>
                        </a:rPr>
                        <m:t>, </m:t>
                      </m:r>
                      <m:r>
                        <a:rPr lang="en-GB" b="0" i="1" smtClean="0">
                          <a:latin typeface="Cambria Math" panose="02040503050406030204" pitchFamily="18" charset="0"/>
                        </a:rPr>
                        <m:t>𝑧</m:t>
                      </m:r>
                      <m:r>
                        <a:rPr lang="en-GB" b="0" i="1" smtClean="0">
                          <a:latin typeface="Cambria Math" panose="02040503050406030204" pitchFamily="18" charset="0"/>
                        </a:rPr>
                        <m:t>)</m:t>
                      </m:r>
                    </m:oMath>
                  </m:oMathPara>
                </a14:m>
                <a:endParaRPr lang="en-GB" dirty="0"/>
              </a:p>
            </p:txBody>
          </p:sp>
        </mc:Choice>
        <mc:Fallback xmlns="">
          <p:sp>
            <p:nvSpPr>
              <p:cNvPr id="28" name="TextBox 27">
                <a:extLst>
                  <a:ext uri="{FF2B5EF4-FFF2-40B4-BE49-F238E27FC236}">
                    <a16:creationId xmlns:a16="http://schemas.microsoft.com/office/drawing/2014/main" id="{228728BC-9468-478F-8AD8-7458898BDC12}"/>
                  </a:ext>
                </a:extLst>
              </p:cNvPr>
              <p:cNvSpPr txBox="1">
                <a:spLocks noRot="1" noChangeAspect="1" noMove="1" noResize="1" noEditPoints="1" noAdjustHandles="1" noChangeArrowheads="1" noChangeShapeType="1" noTextEdit="1"/>
              </p:cNvSpPr>
              <p:nvPr/>
            </p:nvSpPr>
            <p:spPr>
              <a:xfrm>
                <a:off x="205949" y="2685936"/>
                <a:ext cx="1271502" cy="526683"/>
              </a:xfrm>
              <a:prstGeom prst="rect">
                <a:avLst/>
              </a:prstGeom>
              <a:blipFill>
                <a:blip r:embed="rId12"/>
                <a:stretch>
                  <a:fillRect/>
                </a:stretch>
              </a:blipFill>
            </p:spPr>
            <p:txBody>
              <a:bodyPr/>
              <a:lstStyle/>
              <a:p>
                <a:r>
                  <a:rPr lang="en-SE">
                    <a:noFill/>
                  </a:rPr>
                  <a:t> </a:t>
                </a:r>
              </a:p>
            </p:txBody>
          </p:sp>
        </mc:Fallback>
      </mc:AlternateContent>
      <p:sp>
        <p:nvSpPr>
          <p:cNvPr id="33" name="Oval 32">
            <a:extLst>
              <a:ext uri="{FF2B5EF4-FFF2-40B4-BE49-F238E27FC236}">
                <a16:creationId xmlns:a16="http://schemas.microsoft.com/office/drawing/2014/main" id="{A409407B-7386-4D94-BDBD-99641092B925}"/>
              </a:ext>
            </a:extLst>
          </p:cNvPr>
          <p:cNvSpPr/>
          <p:nvPr/>
        </p:nvSpPr>
        <p:spPr>
          <a:xfrm>
            <a:off x="44154" y="2594745"/>
            <a:ext cx="1429165" cy="750547"/>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34" name="Rectangle: Rounded Corners 33">
            <a:extLst>
              <a:ext uri="{FF2B5EF4-FFF2-40B4-BE49-F238E27FC236}">
                <a16:creationId xmlns:a16="http://schemas.microsoft.com/office/drawing/2014/main" id="{CFD1320C-10A2-4B70-AA3B-23446C1ECA46}"/>
              </a:ext>
            </a:extLst>
          </p:cNvPr>
          <p:cNvSpPr/>
          <p:nvPr/>
        </p:nvSpPr>
        <p:spPr>
          <a:xfrm>
            <a:off x="3142324" y="3185443"/>
            <a:ext cx="667676" cy="531824"/>
          </a:xfrm>
          <a:prstGeom prst="roundRect">
            <a:avLst/>
          </a:prstGeom>
          <a:noFill/>
          <a:ln w="285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4533EC14-EA5A-4C3B-B68E-6470A609AA5A}"/>
              </a:ext>
            </a:extLst>
          </p:cNvPr>
          <p:cNvGrpSpPr/>
          <p:nvPr/>
        </p:nvGrpSpPr>
        <p:grpSpPr>
          <a:xfrm>
            <a:off x="3894987" y="5560052"/>
            <a:ext cx="4309796" cy="793065"/>
            <a:chOff x="3894986" y="5560052"/>
            <a:chExt cx="4498580" cy="793065"/>
          </a:xfrm>
        </p:grpSpPr>
        <p:sp>
          <p:nvSpPr>
            <p:cNvPr id="19" name="Rectangle: Rounded Corners 18">
              <a:extLst>
                <a:ext uri="{FF2B5EF4-FFF2-40B4-BE49-F238E27FC236}">
                  <a16:creationId xmlns:a16="http://schemas.microsoft.com/office/drawing/2014/main" id="{1B426C66-3A1F-4507-86A0-09901DCFD005}"/>
                </a:ext>
              </a:extLst>
            </p:cNvPr>
            <p:cNvSpPr/>
            <p:nvPr/>
          </p:nvSpPr>
          <p:spPr>
            <a:xfrm>
              <a:off x="3894986" y="5560052"/>
              <a:ext cx="4448186" cy="793065"/>
            </a:xfrm>
            <a:prstGeom prst="round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7456ADF-418D-42D7-A423-30DB91B12D51}"/>
                    </a:ext>
                  </a:extLst>
                </p:cNvPr>
                <p:cNvSpPr txBox="1"/>
                <p:nvPr/>
              </p:nvSpPr>
              <p:spPr>
                <a:xfrm>
                  <a:off x="3939921" y="5650702"/>
                  <a:ext cx="4453645"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i="1" smtClean="0">
                                <a:latin typeface="Cambria Math" panose="02040503050406030204" pitchFamily="18" charset="0"/>
                              </a:rPr>
                              <m:t>𝜕</m:t>
                            </m:r>
                            <m:r>
                              <a:rPr lang="en-GB" b="0" i="1" smtClean="0">
                                <a:latin typeface="Cambria Math" panose="02040503050406030204" pitchFamily="18" charset="0"/>
                              </a:rPr>
                              <m:t>𝑝</m:t>
                            </m:r>
                          </m:num>
                          <m:den>
                            <m:r>
                              <a:rPr lang="en-GB" i="1" smtClean="0">
                                <a:latin typeface="Cambria Math" panose="02040503050406030204" pitchFamily="18" charset="0"/>
                              </a:rPr>
                              <m:t>𝜕</m:t>
                            </m:r>
                            <m:r>
                              <a:rPr lang="en-GB" b="0" i="1" smtClean="0">
                                <a:latin typeface="Cambria Math" panose="02040503050406030204" pitchFamily="18" charset="0"/>
                              </a:rPr>
                              <m:t>𝑡</m:t>
                            </m:r>
                          </m:den>
                        </m:f>
                        <m:r>
                          <a:rPr lang="en-GB" b="0" i="1" smtClean="0">
                            <a:latin typeface="Cambria Math" panose="02040503050406030204" pitchFamily="18" charset="0"/>
                          </a:rPr>
                          <m:t>=</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𝑝</m:t>
                                </m:r>
                              </m:num>
                              <m:den>
                                <m:r>
                                  <a:rPr lang="en-GB" b="0" i="1" smtClean="0">
                                    <a:latin typeface="Cambria Math" panose="02040503050406030204" pitchFamily="18" charset="0"/>
                                  </a:rPr>
                                  <m:t>𝜕</m:t>
                                </m:r>
                                <m:r>
                                  <a:rPr lang="en-GB" b="0" i="1" smtClean="0">
                                    <a:latin typeface="Cambria Math" panose="02040503050406030204" pitchFamily="18" charset="0"/>
                                  </a:rPr>
                                  <m:t>𝑡</m:t>
                                </m:r>
                              </m:den>
                            </m:f>
                          </m:e>
                        </m:d>
                        <m:r>
                          <a:rPr lang="en-GB" b="0" i="1" baseline="-25000" smtClean="0">
                            <a:latin typeface="Cambria Math" panose="02040503050406030204" pitchFamily="18" charset="0"/>
                          </a:rPr>
                          <m:t>𝐶𝑜𝑢𝑙</m:t>
                        </m:r>
                        <m:r>
                          <a:rPr lang="en-GB" b="0" i="1" baseline="-25000" smtClean="0">
                            <a:latin typeface="Cambria Math" panose="02040503050406030204" pitchFamily="18" charset="0"/>
                          </a:rPr>
                          <m:t>,</m:t>
                        </m:r>
                        <m:r>
                          <a:rPr lang="en-GB" b="0" i="1" baseline="-25000" smtClean="0">
                            <a:latin typeface="Cambria Math" panose="02040503050406030204" pitchFamily="18" charset="0"/>
                          </a:rPr>
                          <m:t>𝐼𝑜𝑛𝑖𝑧</m:t>
                        </m:r>
                        <m:r>
                          <a:rPr lang="en-GB" b="0" i="1" baseline="-25000" smtClean="0">
                            <a:latin typeface="Cambria Math" panose="02040503050406030204" pitchFamily="18" charset="0"/>
                          </a:rPr>
                          <m:t>, </m:t>
                        </m:r>
                        <m:r>
                          <a:rPr lang="en-GB" b="0" i="1" baseline="-25000" smtClean="0">
                            <a:latin typeface="Cambria Math" panose="02040503050406030204" pitchFamily="18" charset="0"/>
                          </a:rPr>
                          <m:t>𝑝𝑖</m:t>
                        </m:r>
                        <m:r>
                          <a:rPr lang="en-GB" b="0" i="1" baseline="-25000" smtClean="0">
                            <a:latin typeface="Cambria Math" panose="02040503050406030204" pitchFamily="18" charset="0"/>
                          </a:rPr>
                          <m:t>0</m:t>
                        </m:r>
                        <m:r>
                          <a:rPr lang="en-GB" b="0" i="0" smtClean="0">
                            <a:latin typeface="Cambria Math" panose="02040503050406030204" pitchFamily="18" charset="0"/>
                          </a:rPr>
                          <m:t>+</m:t>
                        </m:r>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𝑝</m:t>
                                </m:r>
                              </m:num>
                              <m:den>
                                <m:r>
                                  <a:rPr lang="en-GB" i="1">
                                    <a:latin typeface="Cambria Math" panose="02040503050406030204" pitchFamily="18" charset="0"/>
                                  </a:rPr>
                                  <m:t>𝜕</m:t>
                                </m:r>
                                <m:r>
                                  <a:rPr lang="en-GB" i="1">
                                    <a:latin typeface="Cambria Math" panose="02040503050406030204" pitchFamily="18" charset="0"/>
                                  </a:rPr>
                                  <m:t>𝑡</m:t>
                                </m:r>
                              </m:den>
                            </m:f>
                          </m:e>
                        </m:d>
                        <m:r>
                          <m:rPr>
                            <m:sty m:val="p"/>
                          </m:rPr>
                          <a:rPr lang="en-GB" b="0" i="0" baseline="-25000" smtClean="0">
                            <a:latin typeface="Cambria Math" panose="02040503050406030204" pitchFamily="18" charset="0"/>
                          </a:rPr>
                          <m:t>IC</m:t>
                        </m:r>
                        <m:r>
                          <a:rPr lang="en-GB" b="0" i="0" baseline="-25000" smtClean="0">
                            <a:latin typeface="Cambria Math" panose="02040503050406030204" pitchFamily="18" charset="0"/>
                          </a:rPr>
                          <m:t>, </m:t>
                        </m:r>
                        <m:r>
                          <m:rPr>
                            <m:sty m:val="p"/>
                          </m:rPr>
                          <a:rPr lang="en-GB" b="0" i="0" baseline="-25000" smtClean="0">
                            <a:latin typeface="Cambria Math" panose="02040503050406030204" pitchFamily="18" charset="0"/>
                          </a:rPr>
                          <m:t>Bremss</m:t>
                        </m:r>
                        <m:r>
                          <a:rPr lang="en-GB" b="0" i="0" baseline="-25000" smtClean="0">
                            <a:latin typeface="Cambria Math" panose="02040503050406030204" pitchFamily="18" charset="0"/>
                          </a:rPr>
                          <m:t>,</m:t>
                        </m:r>
                        <m:r>
                          <m:rPr>
                            <m:sty m:val="p"/>
                          </m:rPr>
                          <a:rPr lang="en-GB" b="0" i="0" baseline="-25000" smtClean="0">
                            <a:latin typeface="Cambria Math" panose="02040503050406030204" pitchFamily="18" charset="0"/>
                          </a:rPr>
                          <m:t>Sync</m:t>
                        </m:r>
                        <m:r>
                          <a:rPr lang="en-GB" b="0" i="0" baseline="-25000" smtClean="0">
                            <a:latin typeface="Cambria Math" panose="02040503050406030204" pitchFamily="18" charset="0"/>
                          </a:rPr>
                          <m:t> </m:t>
                        </m:r>
                      </m:oMath>
                    </m:oMathPara>
                  </a14:m>
                  <a:endParaRPr lang="en-GB" baseline="-25000" dirty="0"/>
                </a:p>
              </p:txBody>
            </p:sp>
          </mc:Choice>
          <mc:Fallback xmlns="">
            <p:sp>
              <p:nvSpPr>
                <p:cNvPr id="6" name="TextBox 5">
                  <a:extLst>
                    <a:ext uri="{FF2B5EF4-FFF2-40B4-BE49-F238E27FC236}">
                      <a16:creationId xmlns:a16="http://schemas.microsoft.com/office/drawing/2014/main" id="{B7456ADF-418D-42D7-A423-30DB91B12D51}"/>
                    </a:ext>
                  </a:extLst>
                </p:cNvPr>
                <p:cNvSpPr txBox="1">
                  <a:spLocks noRot="1" noChangeAspect="1" noMove="1" noResize="1" noEditPoints="1" noAdjustHandles="1" noChangeArrowheads="1" noChangeShapeType="1" noTextEdit="1"/>
                </p:cNvSpPr>
                <p:nvPr/>
              </p:nvSpPr>
              <p:spPr>
                <a:xfrm>
                  <a:off x="3939921" y="5650702"/>
                  <a:ext cx="4453645" cy="622350"/>
                </a:xfrm>
                <a:prstGeom prst="rect">
                  <a:avLst/>
                </a:prstGeom>
                <a:blipFill>
                  <a:blip r:embed="rId13"/>
                  <a:stretch>
                    <a:fillRect/>
                  </a:stretch>
                </a:blipFill>
              </p:spPr>
              <p:txBody>
                <a:bodyPr/>
                <a:lstStyle/>
                <a:p>
                  <a:r>
                    <a:rPr lang="en-SE">
                      <a:noFill/>
                    </a:rPr>
                    <a:t> </a:t>
                  </a:r>
                </a:p>
              </p:txBody>
            </p:sp>
          </mc:Fallback>
        </mc:AlternateContent>
      </p:grpSp>
      <p:sp>
        <p:nvSpPr>
          <p:cNvPr id="55" name="Rectangle: Rounded Corners 54">
            <a:extLst>
              <a:ext uri="{FF2B5EF4-FFF2-40B4-BE49-F238E27FC236}">
                <a16:creationId xmlns:a16="http://schemas.microsoft.com/office/drawing/2014/main" id="{67785EC1-188E-4C4D-B9E0-1EA771C00EF8}"/>
              </a:ext>
            </a:extLst>
          </p:cNvPr>
          <p:cNvSpPr/>
          <p:nvPr/>
        </p:nvSpPr>
        <p:spPr>
          <a:xfrm>
            <a:off x="10305124" y="3195603"/>
            <a:ext cx="667676" cy="531824"/>
          </a:xfrm>
          <a:prstGeom prst="roundRect">
            <a:avLst/>
          </a:prstGeom>
          <a:noFill/>
          <a:ln w="285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TextBox 110">
            <a:extLst>
              <a:ext uri="{FF2B5EF4-FFF2-40B4-BE49-F238E27FC236}">
                <a16:creationId xmlns:a16="http://schemas.microsoft.com/office/drawing/2014/main" id="{E83FBEEA-CF31-4710-9EAE-2A0BF526692E}"/>
              </a:ext>
            </a:extLst>
          </p:cNvPr>
          <p:cNvSpPr txBox="1"/>
          <p:nvPr/>
        </p:nvSpPr>
        <p:spPr>
          <a:xfrm>
            <a:off x="2245360" y="4236720"/>
            <a:ext cx="1862176" cy="369332"/>
          </a:xfrm>
          <a:prstGeom prst="rect">
            <a:avLst/>
          </a:prstGeom>
          <a:noFill/>
        </p:spPr>
        <p:txBody>
          <a:bodyPr wrap="none" rtlCol="0">
            <a:spAutoFit/>
          </a:bodyPr>
          <a:lstStyle/>
          <a:p>
            <a:r>
              <a:rPr lang="en-GB" b="1" i="1" dirty="0"/>
              <a:t>CROSEC </a:t>
            </a:r>
            <a:r>
              <a:rPr lang="en-GB" b="1" dirty="0" err="1"/>
              <a:t>paramet</a:t>
            </a:r>
            <a:r>
              <a:rPr lang="en-GB" b="1" i="1" dirty="0"/>
              <a:t>.</a:t>
            </a:r>
            <a:endParaRPr lang="en-SE" b="1" i="1" baseline="-25000" dirty="0"/>
          </a:p>
        </p:txBody>
      </p:sp>
      <p:sp>
        <p:nvSpPr>
          <p:cNvPr id="112" name="TextBox 111">
            <a:extLst>
              <a:ext uri="{FF2B5EF4-FFF2-40B4-BE49-F238E27FC236}">
                <a16:creationId xmlns:a16="http://schemas.microsoft.com/office/drawing/2014/main" id="{BF6617E9-6268-4BBF-BAB2-0D2A155258B5}"/>
              </a:ext>
            </a:extLst>
          </p:cNvPr>
          <p:cNvSpPr txBox="1"/>
          <p:nvPr/>
        </p:nvSpPr>
        <p:spPr>
          <a:xfrm>
            <a:off x="9631680" y="5293360"/>
            <a:ext cx="2104679" cy="369332"/>
          </a:xfrm>
          <a:prstGeom prst="rect">
            <a:avLst/>
          </a:prstGeom>
          <a:noFill/>
        </p:spPr>
        <p:txBody>
          <a:bodyPr wrap="none" rtlCol="0">
            <a:spAutoFit/>
          </a:bodyPr>
          <a:lstStyle/>
          <a:p>
            <a:r>
              <a:rPr lang="en-GB" b="1" i="1" dirty="0"/>
              <a:t>DRAGON2 </a:t>
            </a:r>
            <a:r>
              <a:rPr lang="en-GB" b="1" dirty="0" err="1"/>
              <a:t>paramet</a:t>
            </a:r>
            <a:r>
              <a:rPr lang="en-GB" b="1" i="1" dirty="0"/>
              <a:t>.</a:t>
            </a:r>
            <a:endParaRPr lang="en-SE" b="1" i="1" baseline="-25000" dirty="0"/>
          </a:p>
        </p:txBody>
      </p:sp>
      <p:pic>
        <p:nvPicPr>
          <p:cNvPr id="13" name="Picture 12">
            <a:extLst>
              <a:ext uri="{FF2B5EF4-FFF2-40B4-BE49-F238E27FC236}">
                <a16:creationId xmlns:a16="http://schemas.microsoft.com/office/drawing/2014/main" id="{ADF09585-0077-4F99-A9AA-BA4233842FCE}"/>
              </a:ext>
            </a:extLst>
          </p:cNvPr>
          <p:cNvPicPr>
            <a:picLocks noChangeAspect="1"/>
          </p:cNvPicPr>
          <p:nvPr/>
        </p:nvPicPr>
        <p:blipFill>
          <a:blip r:embed="rId14"/>
          <a:stretch>
            <a:fillRect/>
          </a:stretch>
        </p:blipFill>
        <p:spPr>
          <a:xfrm>
            <a:off x="4635182" y="4864167"/>
            <a:ext cx="3360738" cy="1695066"/>
          </a:xfrm>
          <a:prstGeom prst="rect">
            <a:avLst/>
          </a:prstGeom>
        </p:spPr>
      </p:pic>
      <p:sp>
        <p:nvSpPr>
          <p:cNvPr id="35" name="Rectangle 34">
            <a:extLst>
              <a:ext uri="{FF2B5EF4-FFF2-40B4-BE49-F238E27FC236}">
                <a16:creationId xmlns:a16="http://schemas.microsoft.com/office/drawing/2014/main" id="{25E8823D-6760-4115-BC2F-0A33F71477A6}"/>
              </a:ext>
            </a:extLst>
          </p:cNvPr>
          <p:cNvSpPr/>
          <p:nvPr/>
        </p:nvSpPr>
        <p:spPr>
          <a:xfrm>
            <a:off x="723684" y="1497589"/>
            <a:ext cx="10442156" cy="1005168"/>
          </a:xfrm>
          <a:prstGeom prst="rect">
            <a:avLst/>
          </a:prstGeom>
          <a:noFill/>
          <a:ln cap="flat">
            <a:solidFill>
              <a:schemeClr val="bg1"/>
            </a:solidFill>
            <a:prstDash val="solid"/>
          </a:ln>
          <a:effectLst>
            <a:outerShdw blurRad="63500" sx="102000" sy="102000" algn="ctr" rotWithShape="0">
              <a:prstClr val="black">
                <a:alpha val="40000"/>
              </a:prstClr>
            </a:outerShdw>
          </a:effectLst>
        </p:spPr>
        <p:txBody>
          <a:bodyPr vert="horz" wrap="square" lIns="82953" tIns="41476" rIns="82953" bIns="41476" anchor="t" anchorCtr="0" compatLnSpc="1">
            <a:spAutoFit/>
          </a:bodyPr>
          <a:lstStyle/>
          <a:p>
            <a:pPr marL="342900" indent="-342900" defTabSz="829544">
              <a:buFont typeface="Wingdings" panose="05000000000000000000" pitchFamily="2" charset="2"/>
              <a:buChar char="v"/>
              <a:defRPr sz="1800" b="0" i="0" u="none" strike="noStrike" kern="0" cap="none" spc="0" baseline="0">
                <a:solidFill>
                  <a:srgbClr val="000000"/>
                </a:solidFill>
                <a:uFillTx/>
              </a:defRPr>
            </a:pPr>
            <a:r>
              <a:rPr lang="en-GB" sz="1996" kern="0" dirty="0">
                <a:solidFill>
                  <a:srgbClr val="000000"/>
                </a:solidFill>
                <a:latin typeface="Times New Roman" pitchFamily="18"/>
                <a:cs typeface="Times New Roman" pitchFamily="18"/>
              </a:rPr>
              <a:t>The basic idea is that primary particles are accelerated in astrophysical sources (namely SNRs) and propagate throughout the Galaxy during millions of years, due to scattering with plasma waves. Occasionally, they interact with gas and produce secondary nuclei through spallation.</a:t>
            </a:r>
            <a:endParaRPr lang="en-US" sz="1996" dirty="0">
              <a:solidFill>
                <a:srgbClr val="000000"/>
              </a:solidFill>
              <a:latin typeface="Times New Roman" pitchFamily="18"/>
              <a:cs typeface="Times New Roman" pitchFamily="18"/>
            </a:endParaRPr>
          </a:p>
        </p:txBody>
      </p:sp>
    </p:spTree>
    <p:extLst>
      <p:ext uri="{BB962C8B-B14F-4D97-AF65-F5344CB8AC3E}">
        <p14:creationId xmlns:p14="http://schemas.microsoft.com/office/powerpoint/2010/main" val="2130898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1" presetClass="exit" presetSubtype="0" fill="hold" nodeType="withEffect">
                                  <p:stCondLst>
                                    <p:cond delay="0"/>
                                  </p:stCondLst>
                                  <p:childTnLst>
                                    <p:set>
                                      <p:cBhvr>
                                        <p:cTn id="16" dur="1" fill="hold">
                                          <p:stCondLst>
                                            <p:cond delay="0"/>
                                          </p:stCondLst>
                                        </p:cTn>
                                        <p:tgtEl>
                                          <p:spTgt spid="1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arn(inVertical)">
                                      <p:cBhvr>
                                        <p:cTn id="21" dur="500"/>
                                        <p:tgtEl>
                                          <p:spTgt spid="12"/>
                                        </p:tgtEl>
                                      </p:cBhvr>
                                    </p:animEffect>
                                  </p:childTnLst>
                                </p:cTn>
                              </p:par>
                              <p:par>
                                <p:cTn id="22" presetID="16" presetClass="entr" presetSubtype="21"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arn(inVertical)">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500"/>
                                        <p:tgtEl>
                                          <p:spTgt spid="31"/>
                                        </p:tgtEl>
                                      </p:cBhvr>
                                    </p:animEffect>
                                  </p:childTnLst>
                                </p:cTn>
                              </p:par>
                              <p:par>
                                <p:cTn id="37" presetID="10"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1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 calcmode="lin" valueType="num">
                                      <p:cBhvr additive="base">
                                        <p:cTn id="48" dur="500" fill="hold"/>
                                        <p:tgtEl>
                                          <p:spTgt spid="24"/>
                                        </p:tgtEl>
                                        <p:attrNameLst>
                                          <p:attrName>ppt_x</p:attrName>
                                        </p:attrNameLst>
                                      </p:cBhvr>
                                      <p:tavLst>
                                        <p:tav tm="0">
                                          <p:val>
                                            <p:strVal val="#ppt_x"/>
                                          </p:val>
                                        </p:tav>
                                        <p:tav tm="100000">
                                          <p:val>
                                            <p:strVal val="#ppt_x"/>
                                          </p:val>
                                        </p:tav>
                                      </p:tavLst>
                                    </p:anim>
                                    <p:anim calcmode="lin" valueType="num">
                                      <p:cBhvr additive="base">
                                        <p:cTn id="49" dur="500" fill="hold"/>
                                        <p:tgtEl>
                                          <p:spTgt spid="24"/>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additive="base">
                                        <p:cTn id="52" dur="500" fill="hold"/>
                                        <p:tgtEl>
                                          <p:spTgt spid="8"/>
                                        </p:tgtEl>
                                        <p:attrNameLst>
                                          <p:attrName>ppt_x</p:attrName>
                                        </p:attrNameLst>
                                      </p:cBhvr>
                                      <p:tavLst>
                                        <p:tav tm="0">
                                          <p:val>
                                            <p:strVal val="#ppt_x"/>
                                          </p:val>
                                        </p:tav>
                                        <p:tav tm="100000">
                                          <p:val>
                                            <p:strVal val="#ppt_x"/>
                                          </p:val>
                                        </p:tav>
                                      </p:tavLst>
                                    </p:anim>
                                    <p:anim calcmode="lin" valueType="num">
                                      <p:cBhvr additive="base">
                                        <p:cTn id="5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1" grpId="0" animBg="1"/>
      <p:bldP spid="2" grpId="0" animBg="1"/>
      <p:bldP spid="12" grpId="0" animBg="1"/>
      <p:bldP spid="24" grpId="0" animBg="1"/>
      <p:bldP spid="111" grpId="0"/>
      <p:bldP spid="1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9B081C79-40BD-498D-B822-9194CB7773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1121" y="431554"/>
            <a:ext cx="5405120" cy="6202925"/>
          </a:xfrm>
          <a:prstGeom prst="rect">
            <a:avLst/>
          </a:prstGeom>
        </p:spPr>
      </p:pic>
      <p:pic>
        <p:nvPicPr>
          <p:cNvPr id="9" name="Picture 8">
            <a:extLst>
              <a:ext uri="{FF2B5EF4-FFF2-40B4-BE49-F238E27FC236}">
                <a16:creationId xmlns:a16="http://schemas.microsoft.com/office/drawing/2014/main" id="{2D06E382-A2B3-4AEC-902F-9AFB19709E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60" y="2519680"/>
            <a:ext cx="6723015" cy="4145280"/>
          </a:xfrm>
          <a:prstGeom prst="rect">
            <a:avLst/>
          </a:prstGeom>
        </p:spPr>
      </p:pic>
      <p:sp>
        <p:nvSpPr>
          <p:cNvPr id="8" name="TextBox 7">
            <a:extLst>
              <a:ext uri="{FF2B5EF4-FFF2-40B4-BE49-F238E27FC236}">
                <a16:creationId xmlns:a16="http://schemas.microsoft.com/office/drawing/2014/main" id="{AE5766EB-4740-451D-A28B-7C13AEE82C5C}"/>
              </a:ext>
            </a:extLst>
          </p:cNvPr>
          <p:cNvSpPr txBox="1"/>
          <p:nvPr/>
        </p:nvSpPr>
        <p:spPr>
          <a:xfrm>
            <a:off x="548640" y="440174"/>
            <a:ext cx="6035040" cy="1938992"/>
          </a:xfrm>
          <a:prstGeom prst="rect">
            <a:avLst/>
          </a:prstGeom>
          <a:noFill/>
        </p:spPr>
        <p:txBody>
          <a:bodyPr wrap="square">
            <a:spAutoFit/>
          </a:bodyPr>
          <a:lstStyle/>
          <a:p>
            <a:r>
              <a:rPr lang="en-GB" sz="2400" i="1" dirty="0">
                <a:effectLst>
                  <a:outerShdw blurRad="38100" dist="38100" dir="2700000" algn="tl">
                    <a:srgbClr val="000000">
                      <a:alpha val="43137"/>
                    </a:srgbClr>
                  </a:outerShdw>
                </a:effectLst>
              </a:rPr>
              <a:t>DRAGON</a:t>
            </a:r>
            <a:r>
              <a:rPr lang="en-GB" sz="2400" i="1" dirty="0"/>
              <a:t> </a:t>
            </a:r>
            <a:r>
              <a:rPr lang="en-GB" sz="2400" dirty="0"/>
              <a:t>is used to propagate charged particles in the Galaxy, from nuclei and anti-nuclei to leptons. Either particles injected from sources, products of dark matter annihilation or other nuclei produced from collisions.</a:t>
            </a:r>
          </a:p>
        </p:txBody>
      </p:sp>
      <p:pic>
        <p:nvPicPr>
          <p:cNvPr id="12" name="Picture 11">
            <a:extLst>
              <a:ext uri="{FF2B5EF4-FFF2-40B4-BE49-F238E27FC236}">
                <a16:creationId xmlns:a16="http://schemas.microsoft.com/office/drawing/2014/main" id="{2236BC0F-B39A-4FA7-B660-24C51C29DB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473" y="2754344"/>
            <a:ext cx="5982103" cy="3576320"/>
          </a:xfrm>
          <a:prstGeom prst="rect">
            <a:avLst/>
          </a:prstGeom>
        </p:spPr>
      </p:pic>
      <p:sp>
        <p:nvSpPr>
          <p:cNvPr id="6" name="Slide Number Placeholder 1">
            <a:extLst>
              <a:ext uri="{FF2B5EF4-FFF2-40B4-BE49-F238E27FC236}">
                <a16:creationId xmlns:a16="http://schemas.microsoft.com/office/drawing/2014/main" id="{8B86EAEC-3E76-484E-B3B6-0C0220E83C7C}"/>
              </a:ext>
            </a:extLst>
          </p:cNvPr>
          <p:cNvSpPr>
            <a:spLocks noGrp="1"/>
          </p:cNvSpPr>
          <p:nvPr>
            <p:ph type="sldNum" sz="quarter" idx="12"/>
          </p:nvPr>
        </p:nvSpPr>
        <p:spPr>
          <a:xfrm>
            <a:off x="8610600" y="6356350"/>
            <a:ext cx="2743200" cy="365125"/>
          </a:xfrm>
        </p:spPr>
        <p:txBody>
          <a:bodyPr/>
          <a:lstStyle/>
          <a:p>
            <a:fld id="{22575A84-A01E-4477-BEC3-178D27864C62}" type="slidenum">
              <a:rPr lang="en-GB" smtClean="0"/>
              <a:t>7</a:t>
            </a:fld>
            <a:endParaRPr lang="en-GB" dirty="0"/>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692113F6-5E84-451A-83AA-DF91E065FBAF}"/>
                  </a:ext>
                </a:extLst>
              </p:cNvPr>
              <p:cNvSpPr/>
              <p:nvPr/>
            </p:nvSpPr>
            <p:spPr>
              <a:xfrm>
                <a:off x="3994916" y="2990095"/>
                <a:ext cx="2274731" cy="615553"/>
              </a:xfrm>
              <a:prstGeom prst="rect">
                <a:avLst/>
              </a:prstGeom>
              <a:ln>
                <a:noFill/>
              </a:ln>
            </p:spPr>
            <p:txBody>
              <a:bodyPr wrap="square">
                <a:spAutoFit/>
              </a:bodyPr>
              <a:lstStyle/>
              <a:p>
                <a:pPr algn="ctr">
                  <a:buSzPct val="100000"/>
                </a:pPr>
                <a14:m>
                  <m:oMath xmlns:m="http://schemas.openxmlformats.org/officeDocument/2006/math">
                    <m:f>
                      <m:fPr>
                        <m:ctrlPr>
                          <a:rPr lang="pt-BR" sz="2000" i="1">
                            <a:latin typeface="Cambria Math" panose="02040503050406030204" pitchFamily="18" charset="0"/>
                            <a:cs typeface="Times New Roman" panose="02020603050405020304" pitchFamily="18" charset="0"/>
                          </a:rPr>
                        </m:ctrlPr>
                      </m:fPr>
                      <m:num>
                        <m:r>
                          <m:rPr>
                            <m:nor/>
                          </m:rPr>
                          <a:rPr lang="en-GB" sz="2000" dirty="0">
                            <a:latin typeface="Times New Roman" panose="02020603050405020304" pitchFamily="18" charset="0"/>
                            <a:cs typeface="Times New Roman" panose="02020603050405020304" pitchFamily="18" charset="0"/>
                          </a:rPr>
                          <m:t>J</m:t>
                        </m:r>
                        <m:r>
                          <m:rPr>
                            <m:nor/>
                          </m:rPr>
                          <a:rPr lang="en-GB" sz="2000" baseline="-25000" dirty="0">
                            <a:latin typeface="Times New Roman" panose="02020603050405020304" pitchFamily="18" charset="0"/>
                            <a:cs typeface="Times New Roman" panose="02020603050405020304" pitchFamily="18" charset="0"/>
                          </a:rPr>
                          <m:t>sec</m:t>
                        </m:r>
                      </m:num>
                      <m:den>
                        <m:r>
                          <m:rPr>
                            <m:nor/>
                          </m:rPr>
                          <a:rPr lang="en-GB" sz="2000" dirty="0">
                            <a:latin typeface="Times New Roman" panose="02020603050405020304" pitchFamily="18" charset="0"/>
                            <a:cs typeface="Times New Roman" panose="02020603050405020304" pitchFamily="18" charset="0"/>
                          </a:rPr>
                          <m:t>J</m:t>
                        </m:r>
                        <m:r>
                          <m:rPr>
                            <m:nor/>
                          </m:rPr>
                          <a:rPr lang="en-US" sz="2000" baseline="-25000" dirty="0">
                            <a:latin typeface="Times New Roman" panose="02020603050405020304" pitchFamily="18" charset="0"/>
                            <a:cs typeface="Times New Roman" panose="02020603050405020304" pitchFamily="18" charset="0"/>
                          </a:rPr>
                          <m:t>pr</m:t>
                        </m:r>
                      </m:den>
                    </m:f>
                    <m:r>
                      <a:rPr lang="en-GB" sz="2000" b="0" i="1" baseline="-25000" dirty="0">
                        <a:latin typeface="Cambria Math" panose="02040503050406030204" pitchFamily="18" charset="0"/>
                        <a:cs typeface="Times New Roman" panose="02020603050405020304" pitchFamily="18" charset="0"/>
                      </a:rPr>
                      <m:t> </m:t>
                    </m:r>
                    <m:r>
                      <a:rPr lang="en-GB" sz="2000" b="0" i="1" dirty="0">
                        <a:latin typeface="Cambria Math" panose="02040503050406030204" pitchFamily="18" charset="0"/>
                        <a:cs typeface="Times New Roman" panose="02020603050405020304" pitchFamily="18" charset="0"/>
                      </a:rPr>
                      <m:t>~ </m:t>
                    </m:r>
                  </m:oMath>
                </a14:m>
                <a:r>
                  <a:rPr lang="el-GR" sz="2000" dirty="0">
                    <a:latin typeface="Times New Roman" panose="02020603050405020304" pitchFamily="18" charset="0"/>
                    <a:cs typeface="Times New Roman" panose="02020603050405020304" pitchFamily="18" charset="0"/>
                  </a:rPr>
                  <a:t>σ</a:t>
                </a:r>
                <a:r>
                  <a:rPr lang="en-GB" sz="2000" dirty="0">
                    <a:latin typeface="Times New Roman" panose="02020603050405020304" pitchFamily="18" charset="0"/>
                    <a:cs typeface="Times New Roman" panose="02020603050405020304" pitchFamily="18" charset="0"/>
                  </a:rPr>
                  <a:t>(E)/</a:t>
                </a:r>
                <a:r>
                  <a:rPr lang="en-GB" sz="2000" dirty="0">
                    <a:cs typeface="Times New Roman" panose="02020603050405020304" pitchFamily="18" charset="0"/>
                  </a:rPr>
                  <a:t> </a:t>
                </a:r>
                <a14:m>
                  <m:oMath xmlns:m="http://schemas.openxmlformats.org/officeDocument/2006/math">
                    <m:r>
                      <a:rPr lang="en-GB" sz="2000" b="0" i="1">
                        <a:latin typeface="Cambria Math" panose="02040503050406030204" pitchFamily="18" charset="0"/>
                        <a:cs typeface="Times New Roman" panose="02020603050405020304" pitchFamily="18" charset="0"/>
                      </a:rPr>
                      <m:t>𝐷</m:t>
                    </m:r>
                    <m:d>
                      <m:dPr>
                        <m:ctrlPr>
                          <a:rPr lang="en-GB" sz="2000" i="1">
                            <a:latin typeface="Cambria Math" panose="02040503050406030204" pitchFamily="18" charset="0"/>
                            <a:cs typeface="Times New Roman" panose="02020603050405020304" pitchFamily="18" charset="0"/>
                          </a:rPr>
                        </m:ctrlPr>
                      </m:dPr>
                      <m:e>
                        <m:r>
                          <a:rPr lang="en-GB" sz="2000" b="0" i="1">
                            <a:latin typeface="Cambria Math" panose="02040503050406030204" pitchFamily="18" charset="0"/>
                            <a:cs typeface="Times New Roman" panose="02020603050405020304" pitchFamily="18" charset="0"/>
                          </a:rPr>
                          <m:t>𝐸</m:t>
                        </m:r>
                      </m:e>
                    </m:d>
                  </m:oMath>
                </a14:m>
                <a:r>
                  <a:rPr lang="en-US" sz="2000" dirty="0">
                    <a:latin typeface="Times New Roman" panose="02020603050405020304" pitchFamily="18" charset="0"/>
                    <a:cs typeface="Times New Roman" panose="02020603050405020304" pitchFamily="18" charset="0"/>
                  </a:rPr>
                  <a:t> </a:t>
                </a:r>
              </a:p>
            </p:txBody>
          </p:sp>
        </mc:Choice>
        <mc:Fallback xmlns="">
          <p:sp>
            <p:nvSpPr>
              <p:cNvPr id="11" name="Rectangle 10">
                <a:extLst>
                  <a:ext uri="{FF2B5EF4-FFF2-40B4-BE49-F238E27FC236}">
                    <a16:creationId xmlns:a16="http://schemas.microsoft.com/office/drawing/2014/main" id="{692113F6-5E84-451A-83AA-DF91E065FBAF}"/>
                  </a:ext>
                </a:extLst>
              </p:cNvPr>
              <p:cNvSpPr>
                <a:spLocks noRot="1" noChangeAspect="1" noMove="1" noResize="1" noEditPoints="1" noAdjustHandles="1" noChangeArrowheads="1" noChangeShapeType="1" noTextEdit="1"/>
              </p:cNvSpPr>
              <p:nvPr/>
            </p:nvSpPr>
            <p:spPr>
              <a:xfrm>
                <a:off x="3994916" y="2990095"/>
                <a:ext cx="2274731" cy="615553"/>
              </a:xfrm>
              <a:prstGeom prst="rect">
                <a:avLst/>
              </a:prstGeom>
              <a:blipFill>
                <a:blip r:embed="rId6"/>
                <a:stretch>
                  <a:fillRect b="-1000"/>
                </a:stretch>
              </a:blipFill>
              <a:ln>
                <a:noFill/>
              </a:ln>
            </p:spPr>
            <p:txBody>
              <a:bodyPr/>
              <a:lstStyle/>
              <a:p>
                <a:r>
                  <a:rPr lang="en-SE">
                    <a:noFill/>
                  </a:rPr>
                  <a:t> </a:t>
                </a:r>
              </a:p>
            </p:txBody>
          </p:sp>
        </mc:Fallback>
      </mc:AlternateContent>
      <p:sp>
        <p:nvSpPr>
          <p:cNvPr id="14" name="TextBox 13">
            <a:extLst>
              <a:ext uri="{FF2B5EF4-FFF2-40B4-BE49-F238E27FC236}">
                <a16:creationId xmlns:a16="http://schemas.microsoft.com/office/drawing/2014/main" id="{CECB0775-2FDC-47C6-8A70-CDF5AC1A5C64}"/>
              </a:ext>
            </a:extLst>
          </p:cNvPr>
          <p:cNvSpPr txBox="1"/>
          <p:nvPr/>
        </p:nvSpPr>
        <p:spPr>
          <a:xfrm>
            <a:off x="7133974" y="500881"/>
            <a:ext cx="3458962" cy="27699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GB" sz="1200" b="1" dirty="0">
                <a:effectLst/>
              </a:rPr>
              <a:t>P.D.L.</a:t>
            </a:r>
            <a:r>
              <a:rPr lang="en-GB" sz="1200" dirty="0">
                <a:effectLst/>
              </a:rPr>
              <a:t> et al </a:t>
            </a:r>
            <a:r>
              <a:rPr kumimoji="0" lang="en-SE" altLang="en-SE" sz="1200" b="0" i="0" u="none" strike="noStrike" cap="none" normalizeH="0" baseline="0" dirty="0">
                <a:ln>
                  <a:noFill/>
                </a:ln>
                <a:solidFill>
                  <a:schemeClr val="tx1"/>
                </a:solidFill>
                <a:effectLst/>
                <a:latin typeface="Arial" panose="020B0604020202020204" pitchFamily="34" charset="0"/>
              </a:rPr>
              <a:t>arXiv:2202.03559 </a:t>
            </a:r>
          </a:p>
        </p:txBody>
      </p:sp>
      <p:sp>
        <p:nvSpPr>
          <p:cNvPr id="15" name="TextBox 14">
            <a:extLst>
              <a:ext uri="{FF2B5EF4-FFF2-40B4-BE49-F238E27FC236}">
                <a16:creationId xmlns:a16="http://schemas.microsoft.com/office/drawing/2014/main" id="{59900831-7594-441C-B01D-3645BAFE752E}"/>
              </a:ext>
            </a:extLst>
          </p:cNvPr>
          <p:cNvSpPr txBox="1"/>
          <p:nvPr/>
        </p:nvSpPr>
        <p:spPr>
          <a:xfrm>
            <a:off x="956694" y="2827521"/>
            <a:ext cx="3458962" cy="27699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GB" sz="1200" b="1" dirty="0">
                <a:effectLst/>
              </a:rPr>
              <a:t>P.D.L. </a:t>
            </a:r>
            <a:r>
              <a:rPr lang="en-GB" sz="1200" dirty="0">
                <a:effectLst/>
              </a:rPr>
              <a:t>et al </a:t>
            </a:r>
            <a:r>
              <a:rPr kumimoji="0" lang="en-SE" altLang="en-SE" sz="1200" b="0" i="0" u="none" strike="noStrike" cap="none" normalizeH="0" baseline="0" dirty="0">
                <a:ln>
                  <a:noFill/>
                </a:ln>
                <a:solidFill>
                  <a:schemeClr val="tx1"/>
                </a:solidFill>
                <a:effectLst/>
                <a:latin typeface="Arial" panose="020B0604020202020204" pitchFamily="34" charset="0"/>
              </a:rPr>
              <a:t>arXiv:2202.03559 </a:t>
            </a:r>
          </a:p>
        </p:txBody>
      </p:sp>
      <p:sp>
        <p:nvSpPr>
          <p:cNvPr id="16" name="TextBox 15">
            <a:extLst>
              <a:ext uri="{FF2B5EF4-FFF2-40B4-BE49-F238E27FC236}">
                <a16:creationId xmlns:a16="http://schemas.microsoft.com/office/drawing/2014/main" id="{0EE77771-A6DD-41B2-AEA3-750047593F77}"/>
              </a:ext>
            </a:extLst>
          </p:cNvPr>
          <p:cNvSpPr txBox="1"/>
          <p:nvPr/>
        </p:nvSpPr>
        <p:spPr>
          <a:xfrm>
            <a:off x="936374" y="5083041"/>
            <a:ext cx="2375786" cy="281439"/>
          </a:xfrm>
          <a:prstGeom prst="rect">
            <a:avLst/>
          </a:prstGeom>
          <a:noFill/>
        </p:spPr>
        <p:txBody>
          <a:bodyPr wrap="square">
            <a:spAutoFit/>
          </a:bodyPr>
          <a:lstStyle/>
          <a:p>
            <a:r>
              <a:rPr lang="en-GB" sz="1200" b="1" dirty="0">
                <a:effectLst/>
              </a:rPr>
              <a:t>P.D.L.</a:t>
            </a:r>
            <a:r>
              <a:rPr lang="en-GB" sz="1200" dirty="0">
                <a:effectLst/>
              </a:rPr>
              <a:t> et al </a:t>
            </a:r>
            <a:r>
              <a:rPr lang="en-GB" sz="1200" i="1" dirty="0"/>
              <a:t>JCAP</a:t>
            </a:r>
            <a:r>
              <a:rPr lang="en-GB" sz="1200" dirty="0"/>
              <a:t>03 (2021) 099</a:t>
            </a:r>
          </a:p>
        </p:txBody>
      </p:sp>
    </p:spTree>
    <p:extLst>
      <p:ext uri="{BB962C8B-B14F-4D97-AF65-F5344CB8AC3E}">
        <p14:creationId xmlns:p14="http://schemas.microsoft.com/office/powerpoint/2010/main" val="721246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 name="Picture 196">
            <a:extLst>
              <a:ext uri="{FF2B5EF4-FFF2-40B4-BE49-F238E27FC236}">
                <a16:creationId xmlns:a16="http://schemas.microsoft.com/office/drawing/2014/main" id="{3AE3C8A9-9A9B-4D9F-99A3-E77A4C1F19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0" y="2519680"/>
            <a:ext cx="6035040" cy="4023360"/>
          </a:xfrm>
          <a:prstGeom prst="rect">
            <a:avLst/>
          </a:prstGeom>
        </p:spPr>
      </p:pic>
      <p:pic>
        <p:nvPicPr>
          <p:cNvPr id="5" name="Content Placeholder 5">
            <a:extLst>
              <a:ext uri="{FF2B5EF4-FFF2-40B4-BE49-F238E27FC236}">
                <a16:creationId xmlns:a16="http://schemas.microsoft.com/office/drawing/2014/main" id="{9B081C79-40BD-498D-B822-9194CB7773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21121" y="431554"/>
            <a:ext cx="5405120" cy="6202925"/>
          </a:xfrm>
          <a:prstGeom prst="rect">
            <a:avLst/>
          </a:prstGeom>
        </p:spPr>
      </p:pic>
      <p:sp>
        <p:nvSpPr>
          <p:cNvPr id="8" name="TextBox 7">
            <a:extLst>
              <a:ext uri="{FF2B5EF4-FFF2-40B4-BE49-F238E27FC236}">
                <a16:creationId xmlns:a16="http://schemas.microsoft.com/office/drawing/2014/main" id="{AE5766EB-4740-451D-A28B-7C13AEE82C5C}"/>
              </a:ext>
            </a:extLst>
          </p:cNvPr>
          <p:cNvSpPr txBox="1"/>
          <p:nvPr/>
        </p:nvSpPr>
        <p:spPr>
          <a:xfrm>
            <a:off x="548640" y="440174"/>
            <a:ext cx="6035040" cy="1938992"/>
          </a:xfrm>
          <a:prstGeom prst="rect">
            <a:avLst/>
          </a:prstGeom>
          <a:noFill/>
        </p:spPr>
        <p:txBody>
          <a:bodyPr wrap="square">
            <a:spAutoFit/>
          </a:bodyPr>
          <a:lstStyle/>
          <a:p>
            <a:r>
              <a:rPr lang="en-GB" sz="2400" i="1" dirty="0">
                <a:effectLst>
                  <a:outerShdw blurRad="38100" dist="38100" dir="2700000" algn="tl">
                    <a:srgbClr val="000000">
                      <a:alpha val="43137"/>
                    </a:srgbClr>
                  </a:outerShdw>
                </a:effectLst>
              </a:rPr>
              <a:t>DRAGON</a:t>
            </a:r>
            <a:r>
              <a:rPr lang="en-GB" sz="2400" i="1" dirty="0"/>
              <a:t> </a:t>
            </a:r>
            <a:r>
              <a:rPr lang="en-GB" sz="2400" dirty="0"/>
              <a:t>is used to propagate charged particles in the Galaxy, from nuclei and anti-nuclei to leptons. Either particles injected from sources, products of dark matter annihilation or other nuclei produced from collisions.</a:t>
            </a:r>
          </a:p>
        </p:txBody>
      </p:sp>
      <p:sp>
        <p:nvSpPr>
          <p:cNvPr id="6" name="Slide Number Placeholder 1">
            <a:extLst>
              <a:ext uri="{FF2B5EF4-FFF2-40B4-BE49-F238E27FC236}">
                <a16:creationId xmlns:a16="http://schemas.microsoft.com/office/drawing/2014/main" id="{8B86EAEC-3E76-484E-B3B6-0C0220E83C7C}"/>
              </a:ext>
            </a:extLst>
          </p:cNvPr>
          <p:cNvSpPr>
            <a:spLocks noGrp="1"/>
          </p:cNvSpPr>
          <p:nvPr>
            <p:ph type="sldNum" sz="quarter" idx="12"/>
          </p:nvPr>
        </p:nvSpPr>
        <p:spPr>
          <a:xfrm>
            <a:off x="8610600" y="6356350"/>
            <a:ext cx="2743200" cy="365125"/>
          </a:xfrm>
        </p:spPr>
        <p:txBody>
          <a:bodyPr/>
          <a:lstStyle/>
          <a:p>
            <a:fld id="{22575A84-A01E-4477-BEC3-178D27864C62}" type="slidenum">
              <a:rPr lang="en-GB" smtClean="0"/>
              <a:t>8</a:t>
            </a:fld>
            <a:endParaRPr lang="en-GB" dirty="0"/>
          </a:p>
        </p:txBody>
      </p:sp>
      <p:sp>
        <p:nvSpPr>
          <p:cNvPr id="23" name="TextBox 22">
            <a:extLst>
              <a:ext uri="{FF2B5EF4-FFF2-40B4-BE49-F238E27FC236}">
                <a16:creationId xmlns:a16="http://schemas.microsoft.com/office/drawing/2014/main" id="{94AD0A1B-80A8-4A17-BAE1-79E34E23405B}"/>
              </a:ext>
            </a:extLst>
          </p:cNvPr>
          <p:cNvSpPr txBox="1"/>
          <p:nvPr/>
        </p:nvSpPr>
        <p:spPr>
          <a:xfrm>
            <a:off x="7133974" y="500881"/>
            <a:ext cx="3458962" cy="27699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GB" sz="1200" b="1" dirty="0">
                <a:effectLst/>
              </a:rPr>
              <a:t>P.D.L. </a:t>
            </a:r>
            <a:r>
              <a:rPr lang="en-GB" sz="1200" dirty="0">
                <a:effectLst/>
              </a:rPr>
              <a:t>et al </a:t>
            </a:r>
            <a:r>
              <a:rPr kumimoji="0" lang="en-SE" altLang="en-SE" sz="1200" b="0" i="0" u="none" strike="noStrike" cap="none" normalizeH="0" baseline="0" dirty="0">
                <a:ln>
                  <a:noFill/>
                </a:ln>
                <a:solidFill>
                  <a:schemeClr val="tx1"/>
                </a:solidFill>
                <a:effectLst/>
                <a:latin typeface="Arial" panose="020B0604020202020204" pitchFamily="34" charset="0"/>
              </a:rPr>
              <a:t>arXiv:2202.03559 </a:t>
            </a:r>
          </a:p>
        </p:txBody>
      </p:sp>
      <p:grpSp>
        <p:nvGrpSpPr>
          <p:cNvPr id="198" name="Group 197">
            <a:extLst>
              <a:ext uri="{FF2B5EF4-FFF2-40B4-BE49-F238E27FC236}">
                <a16:creationId xmlns:a16="http://schemas.microsoft.com/office/drawing/2014/main" id="{014E0C66-D460-477F-820B-73717F2EE711}"/>
              </a:ext>
            </a:extLst>
          </p:cNvPr>
          <p:cNvGrpSpPr/>
          <p:nvPr/>
        </p:nvGrpSpPr>
        <p:grpSpPr>
          <a:xfrm>
            <a:off x="2577953" y="4978770"/>
            <a:ext cx="1118368" cy="266472"/>
            <a:chOff x="2577953" y="4613010"/>
            <a:chExt cx="1118368" cy="266472"/>
          </a:xfrm>
        </p:grpSpPr>
        <p:grpSp>
          <p:nvGrpSpPr>
            <p:cNvPr id="90" name="Group 89">
              <a:extLst>
                <a:ext uri="{FF2B5EF4-FFF2-40B4-BE49-F238E27FC236}">
                  <a16:creationId xmlns:a16="http://schemas.microsoft.com/office/drawing/2014/main" id="{98C56A57-32D3-4A30-9395-3115B302426E}"/>
                </a:ext>
              </a:extLst>
            </p:cNvPr>
            <p:cNvGrpSpPr/>
            <p:nvPr/>
          </p:nvGrpSpPr>
          <p:grpSpPr>
            <a:xfrm rot="550719">
              <a:off x="2577953" y="4645915"/>
              <a:ext cx="106479" cy="223746"/>
              <a:chOff x="1864884" y="3914656"/>
              <a:chExt cx="130716" cy="307104"/>
            </a:xfrm>
          </p:grpSpPr>
          <mc:AlternateContent xmlns:mc="http://schemas.openxmlformats.org/markup-compatibility/2006" xmlns:p14="http://schemas.microsoft.com/office/powerpoint/2010/main">
            <mc:Choice Requires="p14">
              <p:contentPart p14:bwMode="auto" r:id="rId5">
                <p14:nvContentPartPr>
                  <p14:cNvPr id="88" name="Ink 87">
                    <a:extLst>
                      <a:ext uri="{FF2B5EF4-FFF2-40B4-BE49-F238E27FC236}">
                        <a16:creationId xmlns:a16="http://schemas.microsoft.com/office/drawing/2014/main" id="{CAFCF80D-E33D-41B3-8541-1FAA687DF57F}"/>
                      </a:ext>
                    </a:extLst>
                  </p14:cNvPr>
                  <p14:cNvContentPartPr/>
                  <p14:nvPr/>
                </p14:nvContentPartPr>
                <p14:xfrm>
                  <a:off x="1896240" y="3982360"/>
                  <a:ext cx="99360" cy="239400"/>
                </p14:xfrm>
              </p:contentPart>
            </mc:Choice>
            <mc:Fallback xmlns="">
              <p:pic>
                <p:nvPicPr>
                  <p:cNvPr id="88" name="Ink 87">
                    <a:extLst>
                      <a:ext uri="{FF2B5EF4-FFF2-40B4-BE49-F238E27FC236}">
                        <a16:creationId xmlns:a16="http://schemas.microsoft.com/office/drawing/2014/main" id="{CAFCF80D-E33D-41B3-8541-1FAA687DF57F}"/>
                      </a:ext>
                    </a:extLst>
                  </p:cNvPr>
                  <p:cNvPicPr/>
                  <p:nvPr/>
                </p:nvPicPr>
                <p:blipFill>
                  <a:blip r:embed="rId6"/>
                  <a:stretch>
                    <a:fillRect/>
                  </a:stretch>
                </p:blipFill>
                <p:spPr>
                  <a:xfrm>
                    <a:off x="1874160" y="3957629"/>
                    <a:ext cx="143078" cy="288368"/>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9" name="Ink 88">
                    <a:extLst>
                      <a:ext uri="{FF2B5EF4-FFF2-40B4-BE49-F238E27FC236}">
                        <a16:creationId xmlns:a16="http://schemas.microsoft.com/office/drawing/2014/main" id="{C5057D2F-8467-47B6-830B-A3BB1CC15352}"/>
                      </a:ext>
                    </a:extLst>
                  </p14:cNvPr>
                  <p14:cNvContentPartPr/>
                  <p14:nvPr/>
                </p14:nvContentPartPr>
                <p14:xfrm>
                  <a:off x="1864884" y="3914656"/>
                  <a:ext cx="108000" cy="11880"/>
                </p14:xfrm>
              </p:contentPart>
            </mc:Choice>
            <mc:Fallback xmlns="">
              <p:pic>
                <p:nvPicPr>
                  <p:cNvPr id="89" name="Ink 88">
                    <a:extLst>
                      <a:ext uri="{FF2B5EF4-FFF2-40B4-BE49-F238E27FC236}">
                        <a16:creationId xmlns:a16="http://schemas.microsoft.com/office/drawing/2014/main" id="{C5057D2F-8467-47B6-830B-A3BB1CC15352}"/>
                      </a:ext>
                    </a:extLst>
                  </p:cNvPr>
                  <p:cNvPicPr/>
                  <p:nvPr/>
                </p:nvPicPr>
                <p:blipFill>
                  <a:blip r:embed="rId8"/>
                  <a:stretch>
                    <a:fillRect/>
                  </a:stretch>
                </p:blipFill>
                <p:spPr>
                  <a:xfrm>
                    <a:off x="1842843" y="3890896"/>
                    <a:ext cx="151641" cy="58925"/>
                  </a:xfrm>
                  <a:prstGeom prst="rect">
                    <a:avLst/>
                  </a:prstGeom>
                </p:spPr>
              </p:pic>
            </mc:Fallback>
          </mc:AlternateContent>
        </p:grpSp>
        <p:grpSp>
          <p:nvGrpSpPr>
            <p:cNvPr id="93" name="Group 92">
              <a:extLst>
                <a:ext uri="{FF2B5EF4-FFF2-40B4-BE49-F238E27FC236}">
                  <a16:creationId xmlns:a16="http://schemas.microsoft.com/office/drawing/2014/main" id="{298F02B1-1DE6-4F98-9FEA-29E8B20B86E3}"/>
                </a:ext>
              </a:extLst>
            </p:cNvPr>
            <p:cNvGrpSpPr/>
            <p:nvPr/>
          </p:nvGrpSpPr>
          <p:grpSpPr>
            <a:xfrm rot="550719">
              <a:off x="2748856" y="4717280"/>
              <a:ext cx="72140" cy="78423"/>
              <a:chOff x="2131320" y="3937720"/>
              <a:chExt cx="88560" cy="107640"/>
            </a:xfrm>
          </p:grpSpPr>
          <mc:AlternateContent xmlns:mc="http://schemas.openxmlformats.org/markup-compatibility/2006" xmlns:p14="http://schemas.microsoft.com/office/powerpoint/2010/main">
            <mc:Choice Requires="p14">
              <p:contentPart p14:bwMode="auto" r:id="rId9">
                <p14:nvContentPartPr>
                  <p14:cNvPr id="91" name="Ink 90">
                    <a:extLst>
                      <a:ext uri="{FF2B5EF4-FFF2-40B4-BE49-F238E27FC236}">
                        <a16:creationId xmlns:a16="http://schemas.microsoft.com/office/drawing/2014/main" id="{FB3E1FFC-C52C-41AD-8808-088F38A7062C}"/>
                      </a:ext>
                    </a:extLst>
                  </p14:cNvPr>
                  <p14:cNvContentPartPr/>
                  <p14:nvPr/>
                </p14:nvContentPartPr>
                <p14:xfrm>
                  <a:off x="2168760" y="3937720"/>
                  <a:ext cx="21240" cy="107640"/>
                </p14:xfrm>
              </p:contentPart>
            </mc:Choice>
            <mc:Fallback xmlns="">
              <p:pic>
                <p:nvPicPr>
                  <p:cNvPr id="91" name="Ink 90">
                    <a:extLst>
                      <a:ext uri="{FF2B5EF4-FFF2-40B4-BE49-F238E27FC236}">
                        <a16:creationId xmlns:a16="http://schemas.microsoft.com/office/drawing/2014/main" id="{FB3E1FFC-C52C-41AD-8808-088F38A7062C}"/>
                      </a:ext>
                    </a:extLst>
                  </p:cNvPr>
                  <p:cNvPicPr/>
                  <p:nvPr/>
                </p:nvPicPr>
                <p:blipFill>
                  <a:blip r:embed="rId10"/>
                  <a:stretch>
                    <a:fillRect/>
                  </a:stretch>
                </p:blipFill>
                <p:spPr>
                  <a:xfrm>
                    <a:off x="2146635" y="3913032"/>
                    <a:ext cx="65048" cy="156522"/>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2" name="Ink 91">
                    <a:extLst>
                      <a:ext uri="{FF2B5EF4-FFF2-40B4-BE49-F238E27FC236}">
                        <a16:creationId xmlns:a16="http://schemas.microsoft.com/office/drawing/2014/main" id="{433BD408-5626-493E-8950-9AEB11680225}"/>
                      </a:ext>
                    </a:extLst>
                  </p14:cNvPr>
                  <p14:cNvContentPartPr/>
                  <p14:nvPr/>
                </p14:nvContentPartPr>
                <p14:xfrm>
                  <a:off x="2131320" y="3970480"/>
                  <a:ext cx="88560" cy="17640"/>
                </p14:xfrm>
              </p:contentPart>
            </mc:Choice>
            <mc:Fallback xmlns="">
              <p:pic>
                <p:nvPicPr>
                  <p:cNvPr id="92" name="Ink 91">
                    <a:extLst>
                      <a:ext uri="{FF2B5EF4-FFF2-40B4-BE49-F238E27FC236}">
                        <a16:creationId xmlns:a16="http://schemas.microsoft.com/office/drawing/2014/main" id="{433BD408-5626-493E-8950-9AEB11680225}"/>
                      </a:ext>
                    </a:extLst>
                  </p:cNvPr>
                  <p:cNvPicPr/>
                  <p:nvPr/>
                </p:nvPicPr>
                <p:blipFill>
                  <a:blip r:embed="rId12"/>
                  <a:stretch>
                    <a:fillRect/>
                  </a:stretch>
                </p:blipFill>
                <p:spPr>
                  <a:xfrm>
                    <a:off x="2109290" y="3945980"/>
                    <a:ext cx="132179" cy="66150"/>
                  </a:xfrm>
                  <a:prstGeom prst="rect">
                    <a:avLst/>
                  </a:prstGeom>
                </p:spPr>
              </p:pic>
            </mc:Fallback>
          </mc:AlternateContent>
        </p:grpSp>
        <p:grpSp>
          <p:nvGrpSpPr>
            <p:cNvPr id="111" name="Group 110">
              <a:extLst>
                <a:ext uri="{FF2B5EF4-FFF2-40B4-BE49-F238E27FC236}">
                  <a16:creationId xmlns:a16="http://schemas.microsoft.com/office/drawing/2014/main" id="{36E15AB7-69D4-41A9-B537-BCBAE99865D5}"/>
                </a:ext>
              </a:extLst>
            </p:cNvPr>
            <p:cNvGrpSpPr/>
            <p:nvPr/>
          </p:nvGrpSpPr>
          <p:grpSpPr>
            <a:xfrm rot="550719">
              <a:off x="2931194" y="4613010"/>
              <a:ext cx="765127" cy="266472"/>
              <a:chOff x="3085593" y="5451605"/>
              <a:chExt cx="939283" cy="365750"/>
            </a:xfrm>
          </p:grpSpPr>
          <mc:AlternateContent xmlns:mc="http://schemas.openxmlformats.org/markup-compatibility/2006" xmlns:p14="http://schemas.microsoft.com/office/powerpoint/2010/main">
            <mc:Choice Requires="p14">
              <p:contentPart p14:bwMode="auto" r:id="rId13">
                <p14:nvContentPartPr>
                  <p14:cNvPr id="94" name="Ink 93">
                    <a:extLst>
                      <a:ext uri="{FF2B5EF4-FFF2-40B4-BE49-F238E27FC236}">
                        <a16:creationId xmlns:a16="http://schemas.microsoft.com/office/drawing/2014/main" id="{132E99BF-6FA2-4592-B341-4AE05BAECD22}"/>
                      </a:ext>
                    </a:extLst>
                  </p14:cNvPr>
                  <p14:cNvContentPartPr/>
                  <p14:nvPr/>
                </p14:nvContentPartPr>
                <p14:xfrm>
                  <a:off x="3085593" y="5651035"/>
                  <a:ext cx="102960" cy="166320"/>
                </p14:xfrm>
              </p:contentPart>
            </mc:Choice>
            <mc:Fallback xmlns="">
              <p:pic>
                <p:nvPicPr>
                  <p:cNvPr id="94" name="Ink 93">
                    <a:extLst>
                      <a:ext uri="{FF2B5EF4-FFF2-40B4-BE49-F238E27FC236}">
                        <a16:creationId xmlns:a16="http://schemas.microsoft.com/office/drawing/2014/main" id="{132E99BF-6FA2-4592-B341-4AE05BAECD22}"/>
                      </a:ext>
                    </a:extLst>
                  </p:cNvPr>
                  <p:cNvPicPr/>
                  <p:nvPr/>
                </p:nvPicPr>
                <p:blipFill>
                  <a:blip r:embed="rId14"/>
                  <a:stretch>
                    <a:fillRect/>
                  </a:stretch>
                </p:blipFill>
                <p:spPr>
                  <a:xfrm>
                    <a:off x="3063499" y="5626358"/>
                    <a:ext cx="146707" cy="2151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5" name="Ink 94">
                    <a:extLst>
                      <a:ext uri="{FF2B5EF4-FFF2-40B4-BE49-F238E27FC236}">
                        <a16:creationId xmlns:a16="http://schemas.microsoft.com/office/drawing/2014/main" id="{EAA9A667-460A-4B28-A8C5-3F90D095002C}"/>
                      </a:ext>
                    </a:extLst>
                  </p14:cNvPr>
                  <p14:cNvContentPartPr/>
                  <p14:nvPr/>
                </p14:nvContentPartPr>
                <p14:xfrm>
                  <a:off x="3205837" y="5721594"/>
                  <a:ext cx="111600" cy="68760"/>
                </p14:xfrm>
              </p:contentPart>
            </mc:Choice>
            <mc:Fallback xmlns="">
              <p:pic>
                <p:nvPicPr>
                  <p:cNvPr id="95" name="Ink 94">
                    <a:extLst>
                      <a:ext uri="{FF2B5EF4-FFF2-40B4-BE49-F238E27FC236}">
                        <a16:creationId xmlns:a16="http://schemas.microsoft.com/office/drawing/2014/main" id="{EAA9A667-460A-4B28-A8C5-3F90D095002C}"/>
                      </a:ext>
                    </a:extLst>
                  </p:cNvPr>
                  <p:cNvPicPr/>
                  <p:nvPr/>
                </p:nvPicPr>
                <p:blipFill>
                  <a:blip r:embed="rId16"/>
                  <a:stretch>
                    <a:fillRect/>
                  </a:stretch>
                </p:blipFill>
                <p:spPr>
                  <a:xfrm>
                    <a:off x="3183782" y="5696860"/>
                    <a:ext cx="155270" cy="117733"/>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96" name="Ink 95">
                    <a:extLst>
                      <a:ext uri="{FF2B5EF4-FFF2-40B4-BE49-F238E27FC236}">
                        <a16:creationId xmlns:a16="http://schemas.microsoft.com/office/drawing/2014/main" id="{2F8A2875-30A7-4417-B03D-0C6CBD0A4D8F}"/>
                      </a:ext>
                    </a:extLst>
                  </p14:cNvPr>
                  <p14:cNvContentPartPr/>
                  <p14:nvPr/>
                </p14:nvContentPartPr>
                <p14:xfrm>
                  <a:off x="3337956" y="5651757"/>
                  <a:ext cx="79200" cy="122040"/>
                </p14:xfrm>
              </p:contentPart>
            </mc:Choice>
            <mc:Fallback xmlns="">
              <p:pic>
                <p:nvPicPr>
                  <p:cNvPr id="96" name="Ink 95">
                    <a:extLst>
                      <a:ext uri="{FF2B5EF4-FFF2-40B4-BE49-F238E27FC236}">
                        <a16:creationId xmlns:a16="http://schemas.microsoft.com/office/drawing/2014/main" id="{2F8A2875-30A7-4417-B03D-0C6CBD0A4D8F}"/>
                      </a:ext>
                    </a:extLst>
                  </p:cNvPr>
                  <p:cNvPicPr/>
                  <p:nvPr/>
                </p:nvPicPr>
                <p:blipFill>
                  <a:blip r:embed="rId18"/>
                  <a:stretch>
                    <a:fillRect/>
                  </a:stretch>
                </p:blipFill>
                <p:spPr>
                  <a:xfrm>
                    <a:off x="3315833" y="5627053"/>
                    <a:ext cx="123003" cy="170955"/>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97" name="Ink 96">
                    <a:extLst>
                      <a:ext uri="{FF2B5EF4-FFF2-40B4-BE49-F238E27FC236}">
                        <a16:creationId xmlns:a16="http://schemas.microsoft.com/office/drawing/2014/main" id="{D3CFFD7D-0814-4C67-ADD5-60C705FE8E27}"/>
                      </a:ext>
                    </a:extLst>
                  </p14:cNvPr>
                  <p14:cNvContentPartPr/>
                  <p14:nvPr/>
                </p14:nvContentPartPr>
                <p14:xfrm>
                  <a:off x="3557596" y="5665395"/>
                  <a:ext cx="154440" cy="31320"/>
                </p14:xfrm>
              </p:contentPart>
            </mc:Choice>
            <mc:Fallback xmlns="">
              <p:pic>
                <p:nvPicPr>
                  <p:cNvPr id="97" name="Ink 96">
                    <a:extLst>
                      <a:ext uri="{FF2B5EF4-FFF2-40B4-BE49-F238E27FC236}">
                        <a16:creationId xmlns:a16="http://schemas.microsoft.com/office/drawing/2014/main" id="{D3CFFD7D-0814-4C67-ADD5-60C705FE8E27}"/>
                      </a:ext>
                    </a:extLst>
                  </p:cNvPr>
                  <p:cNvPicPr/>
                  <p:nvPr/>
                </p:nvPicPr>
                <p:blipFill>
                  <a:blip r:embed="rId20"/>
                  <a:stretch>
                    <a:fillRect/>
                  </a:stretch>
                </p:blipFill>
                <p:spPr>
                  <a:xfrm>
                    <a:off x="3535533" y="5640926"/>
                    <a:ext cx="198124" cy="79768"/>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98" name="Ink 97">
                    <a:extLst>
                      <a:ext uri="{FF2B5EF4-FFF2-40B4-BE49-F238E27FC236}">
                        <a16:creationId xmlns:a16="http://schemas.microsoft.com/office/drawing/2014/main" id="{DB2C6C5F-E323-452C-873A-82869C0B4CC1}"/>
                      </a:ext>
                    </a:extLst>
                  </p14:cNvPr>
                  <p14:cNvContentPartPr/>
                  <p14:nvPr/>
                </p14:nvContentPartPr>
                <p14:xfrm>
                  <a:off x="3697996" y="5610314"/>
                  <a:ext cx="119520" cy="108360"/>
                </p14:xfrm>
              </p:contentPart>
            </mc:Choice>
            <mc:Fallback xmlns="">
              <p:pic>
                <p:nvPicPr>
                  <p:cNvPr id="98" name="Ink 97">
                    <a:extLst>
                      <a:ext uri="{FF2B5EF4-FFF2-40B4-BE49-F238E27FC236}">
                        <a16:creationId xmlns:a16="http://schemas.microsoft.com/office/drawing/2014/main" id="{DB2C6C5F-E323-452C-873A-82869C0B4CC1}"/>
                      </a:ext>
                    </a:extLst>
                  </p:cNvPr>
                  <p:cNvPicPr/>
                  <p:nvPr/>
                </p:nvPicPr>
                <p:blipFill>
                  <a:blip r:embed="rId22"/>
                  <a:stretch>
                    <a:fillRect/>
                  </a:stretch>
                </p:blipFill>
                <p:spPr>
                  <a:xfrm>
                    <a:off x="3675863" y="5585687"/>
                    <a:ext cx="163344" cy="157122"/>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99" name="Ink 98">
                    <a:extLst>
                      <a:ext uri="{FF2B5EF4-FFF2-40B4-BE49-F238E27FC236}">
                        <a16:creationId xmlns:a16="http://schemas.microsoft.com/office/drawing/2014/main" id="{5F0E1130-21B1-4078-AA04-35E31636B362}"/>
                      </a:ext>
                    </a:extLst>
                  </p14:cNvPr>
                  <p14:cNvContentPartPr/>
                  <p14:nvPr/>
                </p14:nvContentPartPr>
                <p14:xfrm>
                  <a:off x="3940996" y="5542994"/>
                  <a:ext cx="83880" cy="156960"/>
                </p14:xfrm>
              </p:contentPart>
            </mc:Choice>
            <mc:Fallback xmlns="">
              <p:pic>
                <p:nvPicPr>
                  <p:cNvPr id="99" name="Ink 98">
                    <a:extLst>
                      <a:ext uri="{FF2B5EF4-FFF2-40B4-BE49-F238E27FC236}">
                        <a16:creationId xmlns:a16="http://schemas.microsoft.com/office/drawing/2014/main" id="{5F0E1130-21B1-4078-AA04-35E31636B362}"/>
                      </a:ext>
                    </a:extLst>
                  </p:cNvPr>
                  <p:cNvPicPr/>
                  <p:nvPr/>
                </p:nvPicPr>
                <p:blipFill>
                  <a:blip r:embed="rId24"/>
                  <a:stretch>
                    <a:fillRect/>
                  </a:stretch>
                </p:blipFill>
                <p:spPr>
                  <a:xfrm>
                    <a:off x="3918922" y="5518315"/>
                    <a:ext cx="127586" cy="205825"/>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00" name="Ink 99">
                    <a:extLst>
                      <a:ext uri="{FF2B5EF4-FFF2-40B4-BE49-F238E27FC236}">
                        <a16:creationId xmlns:a16="http://schemas.microsoft.com/office/drawing/2014/main" id="{7367B3D9-6954-4843-A32A-653CE91CC2D5}"/>
                      </a:ext>
                    </a:extLst>
                  </p14:cNvPr>
                  <p14:cNvContentPartPr/>
                  <p14:nvPr/>
                </p14:nvContentPartPr>
                <p14:xfrm>
                  <a:off x="3913454" y="5451605"/>
                  <a:ext cx="92160" cy="16920"/>
                </p14:xfrm>
              </p:contentPart>
            </mc:Choice>
            <mc:Fallback xmlns="">
              <p:pic>
                <p:nvPicPr>
                  <p:cNvPr id="100" name="Ink 99">
                    <a:extLst>
                      <a:ext uri="{FF2B5EF4-FFF2-40B4-BE49-F238E27FC236}">
                        <a16:creationId xmlns:a16="http://schemas.microsoft.com/office/drawing/2014/main" id="{7367B3D9-6954-4843-A32A-653CE91CC2D5}"/>
                      </a:ext>
                    </a:extLst>
                  </p:cNvPr>
                  <p:cNvPicPr/>
                  <p:nvPr/>
                </p:nvPicPr>
                <p:blipFill>
                  <a:blip r:embed="rId26"/>
                  <a:stretch>
                    <a:fillRect/>
                  </a:stretch>
                </p:blipFill>
                <p:spPr>
                  <a:xfrm>
                    <a:off x="3891406" y="5426723"/>
                    <a:ext cx="135815" cy="66187"/>
                  </a:xfrm>
                  <a:prstGeom prst="rect">
                    <a:avLst/>
                  </a:prstGeom>
                </p:spPr>
              </p:pic>
            </mc:Fallback>
          </mc:AlternateContent>
        </p:grpSp>
      </p:grpSp>
      <p:pic>
        <p:nvPicPr>
          <p:cNvPr id="130" name="Picture 129">
            <a:extLst>
              <a:ext uri="{FF2B5EF4-FFF2-40B4-BE49-F238E27FC236}">
                <a16:creationId xmlns:a16="http://schemas.microsoft.com/office/drawing/2014/main" id="{F8FE52E4-81A8-487C-966E-0FEF44866E4A}"/>
              </a:ext>
            </a:extLst>
          </p:cNvPr>
          <p:cNvPicPr>
            <a:picLocks noChangeAspect="1"/>
          </p:cNvPicPr>
          <p:nvPr/>
        </p:nvPicPr>
        <p:blipFill>
          <a:blip r:embed="rId27"/>
          <a:stretch>
            <a:fillRect/>
          </a:stretch>
        </p:blipFill>
        <p:spPr>
          <a:xfrm>
            <a:off x="2885440" y="4077393"/>
            <a:ext cx="911542" cy="226002"/>
          </a:xfrm>
          <a:prstGeom prst="rect">
            <a:avLst/>
          </a:prstGeom>
        </p:spPr>
      </p:pic>
      <p:pic>
        <p:nvPicPr>
          <p:cNvPr id="191" name="Picture 190">
            <a:extLst>
              <a:ext uri="{FF2B5EF4-FFF2-40B4-BE49-F238E27FC236}">
                <a16:creationId xmlns:a16="http://schemas.microsoft.com/office/drawing/2014/main" id="{AF2E51BA-C01F-415C-BE2D-AEAB93B63A33}"/>
              </a:ext>
            </a:extLst>
          </p:cNvPr>
          <p:cNvPicPr>
            <a:picLocks noChangeAspect="1"/>
          </p:cNvPicPr>
          <p:nvPr/>
        </p:nvPicPr>
        <p:blipFill>
          <a:blip r:embed="rId28"/>
          <a:stretch>
            <a:fillRect/>
          </a:stretch>
        </p:blipFill>
        <p:spPr>
          <a:xfrm rot="286128">
            <a:off x="1696720" y="3899863"/>
            <a:ext cx="1005522" cy="624117"/>
          </a:xfrm>
          <a:prstGeom prst="rect">
            <a:avLst/>
          </a:prstGeom>
          <a:ln>
            <a:noFill/>
          </a:ln>
        </p:spPr>
      </p:pic>
      <p:pic>
        <p:nvPicPr>
          <p:cNvPr id="193" name="Picture 192">
            <a:extLst>
              <a:ext uri="{FF2B5EF4-FFF2-40B4-BE49-F238E27FC236}">
                <a16:creationId xmlns:a16="http://schemas.microsoft.com/office/drawing/2014/main" id="{71C46435-A52B-4921-AE7F-9F2D656F2651}"/>
              </a:ext>
            </a:extLst>
          </p:cNvPr>
          <p:cNvPicPr>
            <a:picLocks noChangeAspect="1"/>
          </p:cNvPicPr>
          <p:nvPr/>
        </p:nvPicPr>
        <p:blipFill>
          <a:blip r:embed="rId29"/>
          <a:stretch>
            <a:fillRect/>
          </a:stretch>
        </p:blipFill>
        <p:spPr>
          <a:xfrm>
            <a:off x="2727959" y="4114799"/>
            <a:ext cx="102235" cy="160655"/>
          </a:xfrm>
          <a:prstGeom prst="rect">
            <a:avLst/>
          </a:prstGeom>
        </p:spPr>
      </p:pic>
      <p:sp>
        <p:nvSpPr>
          <p:cNvPr id="199" name="TextBox 198">
            <a:extLst>
              <a:ext uri="{FF2B5EF4-FFF2-40B4-BE49-F238E27FC236}">
                <a16:creationId xmlns:a16="http://schemas.microsoft.com/office/drawing/2014/main" id="{3AFC9870-A331-4D36-AF1A-08743218B688}"/>
              </a:ext>
            </a:extLst>
          </p:cNvPr>
          <p:cNvSpPr txBox="1"/>
          <p:nvPr/>
        </p:nvSpPr>
        <p:spPr>
          <a:xfrm>
            <a:off x="2621280" y="4714240"/>
            <a:ext cx="995785" cy="307777"/>
          </a:xfrm>
          <a:prstGeom prst="rect">
            <a:avLst/>
          </a:prstGeom>
          <a:noFill/>
        </p:spPr>
        <p:txBody>
          <a:bodyPr wrap="none" rtlCol="0">
            <a:spAutoFit/>
          </a:bodyPr>
          <a:lstStyle/>
          <a:p>
            <a:r>
              <a:rPr lang="en-GB" sz="1400" b="1" dirty="0">
                <a:solidFill>
                  <a:schemeClr val="accent6">
                    <a:lumMod val="75000"/>
                  </a:schemeClr>
                </a:solidFill>
                <a:latin typeface="Comic Sans MS" panose="030F0702030302020204" pitchFamily="66" charset="0"/>
              </a:rPr>
              <a:t>Tertiary:</a:t>
            </a:r>
            <a:endParaRPr lang="en-SE" sz="1400" b="1" dirty="0">
              <a:solidFill>
                <a:schemeClr val="accent6">
                  <a:lumMod val="75000"/>
                </a:schemeClr>
              </a:solidFill>
              <a:latin typeface="Comic Sans MS" panose="030F0702030302020204" pitchFamily="66" charset="0"/>
            </a:endParaRPr>
          </a:p>
        </p:txBody>
      </p:sp>
      <p:sp>
        <p:nvSpPr>
          <p:cNvPr id="200" name="TextBox 199">
            <a:extLst>
              <a:ext uri="{FF2B5EF4-FFF2-40B4-BE49-F238E27FC236}">
                <a16:creationId xmlns:a16="http://schemas.microsoft.com/office/drawing/2014/main" id="{D43F3EC8-DA7E-4F1D-B927-E935637B5740}"/>
              </a:ext>
            </a:extLst>
          </p:cNvPr>
          <p:cNvSpPr txBox="1"/>
          <p:nvPr/>
        </p:nvSpPr>
        <p:spPr>
          <a:xfrm>
            <a:off x="2194560" y="3606800"/>
            <a:ext cx="1162498" cy="307777"/>
          </a:xfrm>
          <a:prstGeom prst="rect">
            <a:avLst/>
          </a:prstGeom>
          <a:noFill/>
        </p:spPr>
        <p:txBody>
          <a:bodyPr wrap="none" rtlCol="0">
            <a:spAutoFit/>
          </a:bodyPr>
          <a:lstStyle/>
          <a:p>
            <a:r>
              <a:rPr lang="en-GB" sz="1400" b="1" dirty="0">
                <a:solidFill>
                  <a:schemeClr val="tx1">
                    <a:lumMod val="65000"/>
                    <a:lumOff val="35000"/>
                  </a:schemeClr>
                </a:solidFill>
                <a:latin typeface="Comic Sans MS" panose="030F0702030302020204" pitchFamily="66" charset="0"/>
              </a:rPr>
              <a:t>Secondary:</a:t>
            </a:r>
            <a:endParaRPr lang="en-SE" sz="1400" b="1" dirty="0">
              <a:solidFill>
                <a:schemeClr val="tx1">
                  <a:lumMod val="65000"/>
                  <a:lumOff val="35000"/>
                </a:schemeClr>
              </a:solidFill>
              <a:latin typeface="Comic Sans MS" panose="030F0702030302020204" pitchFamily="66" charset="0"/>
            </a:endParaRPr>
          </a:p>
        </p:txBody>
      </p:sp>
    </p:spTree>
    <p:extLst>
      <p:ext uri="{BB962C8B-B14F-4D97-AF65-F5344CB8AC3E}">
        <p14:creationId xmlns:p14="http://schemas.microsoft.com/office/powerpoint/2010/main" val="4226906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anim calcmode="lin" valueType="num">
                                      <p:cBhvr additive="base">
                                        <p:cTn id="7" dur="500" fill="hold"/>
                                        <p:tgtEl>
                                          <p:spTgt spid="191"/>
                                        </p:tgtEl>
                                        <p:attrNameLst>
                                          <p:attrName>ppt_x</p:attrName>
                                        </p:attrNameLst>
                                      </p:cBhvr>
                                      <p:tavLst>
                                        <p:tav tm="0">
                                          <p:val>
                                            <p:strVal val="#ppt_x"/>
                                          </p:val>
                                        </p:tav>
                                        <p:tav tm="100000">
                                          <p:val>
                                            <p:strVal val="#ppt_x"/>
                                          </p:val>
                                        </p:tav>
                                      </p:tavLst>
                                    </p:anim>
                                    <p:anim calcmode="lin" valueType="num">
                                      <p:cBhvr additive="base">
                                        <p:cTn id="8" dur="500" fill="hold"/>
                                        <p:tgtEl>
                                          <p:spTgt spid="19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0"/>
                                        </p:tgtEl>
                                        <p:attrNameLst>
                                          <p:attrName>style.visibility</p:attrName>
                                        </p:attrNameLst>
                                      </p:cBhvr>
                                      <p:to>
                                        <p:strVal val="visible"/>
                                      </p:to>
                                    </p:set>
                                    <p:anim calcmode="lin" valueType="num">
                                      <p:cBhvr additive="base">
                                        <p:cTn id="11" dur="500" fill="hold"/>
                                        <p:tgtEl>
                                          <p:spTgt spid="200"/>
                                        </p:tgtEl>
                                        <p:attrNameLst>
                                          <p:attrName>ppt_x</p:attrName>
                                        </p:attrNameLst>
                                      </p:cBhvr>
                                      <p:tavLst>
                                        <p:tav tm="0">
                                          <p:val>
                                            <p:strVal val="#ppt_x"/>
                                          </p:val>
                                        </p:tav>
                                        <p:tav tm="100000">
                                          <p:val>
                                            <p:strVal val="#ppt_x"/>
                                          </p:val>
                                        </p:tav>
                                      </p:tavLst>
                                    </p:anim>
                                    <p:anim calcmode="lin" valueType="num">
                                      <p:cBhvr additive="base">
                                        <p:cTn id="12" dur="500" fill="hold"/>
                                        <p:tgtEl>
                                          <p:spTgt spid="20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0"/>
                                        </p:tgtEl>
                                        <p:attrNameLst>
                                          <p:attrName>style.visibility</p:attrName>
                                        </p:attrNameLst>
                                      </p:cBhvr>
                                      <p:to>
                                        <p:strVal val="visible"/>
                                      </p:to>
                                    </p:set>
                                    <p:anim calcmode="lin" valueType="num">
                                      <p:cBhvr additive="base">
                                        <p:cTn id="15" dur="500" fill="hold"/>
                                        <p:tgtEl>
                                          <p:spTgt spid="130"/>
                                        </p:tgtEl>
                                        <p:attrNameLst>
                                          <p:attrName>ppt_x</p:attrName>
                                        </p:attrNameLst>
                                      </p:cBhvr>
                                      <p:tavLst>
                                        <p:tav tm="0">
                                          <p:val>
                                            <p:strVal val="#ppt_x"/>
                                          </p:val>
                                        </p:tav>
                                        <p:tav tm="100000">
                                          <p:val>
                                            <p:strVal val="#ppt_x"/>
                                          </p:val>
                                        </p:tav>
                                      </p:tavLst>
                                    </p:anim>
                                    <p:anim calcmode="lin" valueType="num">
                                      <p:cBhvr additive="base">
                                        <p:cTn id="16" dur="500" fill="hold"/>
                                        <p:tgtEl>
                                          <p:spTgt spid="13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99"/>
                                        </p:tgtEl>
                                        <p:attrNameLst>
                                          <p:attrName>style.visibility</p:attrName>
                                        </p:attrNameLst>
                                      </p:cBhvr>
                                      <p:to>
                                        <p:strVal val="visible"/>
                                      </p:to>
                                    </p:set>
                                    <p:anim calcmode="lin" valueType="num">
                                      <p:cBhvr additive="base">
                                        <p:cTn id="19" dur="500" fill="hold"/>
                                        <p:tgtEl>
                                          <p:spTgt spid="199"/>
                                        </p:tgtEl>
                                        <p:attrNameLst>
                                          <p:attrName>ppt_x</p:attrName>
                                        </p:attrNameLst>
                                      </p:cBhvr>
                                      <p:tavLst>
                                        <p:tav tm="0">
                                          <p:val>
                                            <p:strVal val="#ppt_x"/>
                                          </p:val>
                                        </p:tav>
                                        <p:tav tm="100000">
                                          <p:val>
                                            <p:strVal val="#ppt_x"/>
                                          </p:val>
                                        </p:tav>
                                      </p:tavLst>
                                    </p:anim>
                                    <p:anim calcmode="lin" valueType="num">
                                      <p:cBhvr additive="base">
                                        <p:cTn id="20" dur="500" fill="hold"/>
                                        <p:tgtEl>
                                          <p:spTgt spid="19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8"/>
                                        </p:tgtEl>
                                        <p:attrNameLst>
                                          <p:attrName>style.visibility</p:attrName>
                                        </p:attrNameLst>
                                      </p:cBhvr>
                                      <p:to>
                                        <p:strVal val="visible"/>
                                      </p:to>
                                    </p:set>
                                    <p:anim calcmode="lin" valueType="num">
                                      <p:cBhvr additive="base">
                                        <p:cTn id="23" dur="500" fill="hold"/>
                                        <p:tgtEl>
                                          <p:spTgt spid="198"/>
                                        </p:tgtEl>
                                        <p:attrNameLst>
                                          <p:attrName>ppt_x</p:attrName>
                                        </p:attrNameLst>
                                      </p:cBhvr>
                                      <p:tavLst>
                                        <p:tav tm="0">
                                          <p:val>
                                            <p:strVal val="#ppt_x"/>
                                          </p:val>
                                        </p:tav>
                                        <p:tav tm="100000">
                                          <p:val>
                                            <p:strVal val="#ppt_x"/>
                                          </p:val>
                                        </p:tav>
                                      </p:tavLst>
                                    </p:anim>
                                    <p:anim calcmode="lin" valueType="num">
                                      <p:cBhvr additive="base">
                                        <p:cTn id="24" dur="500" fill="hold"/>
                                        <p:tgtEl>
                                          <p:spTgt spid="198"/>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93"/>
                                        </p:tgtEl>
                                        <p:attrNameLst>
                                          <p:attrName>style.visibility</p:attrName>
                                        </p:attrNameLst>
                                      </p:cBhvr>
                                      <p:to>
                                        <p:strVal val="visible"/>
                                      </p:to>
                                    </p:set>
                                    <p:anim calcmode="lin" valueType="num">
                                      <p:cBhvr additive="base">
                                        <p:cTn id="27" dur="500" fill="hold"/>
                                        <p:tgtEl>
                                          <p:spTgt spid="193"/>
                                        </p:tgtEl>
                                        <p:attrNameLst>
                                          <p:attrName>ppt_x</p:attrName>
                                        </p:attrNameLst>
                                      </p:cBhvr>
                                      <p:tavLst>
                                        <p:tav tm="0">
                                          <p:val>
                                            <p:strVal val="#ppt_x"/>
                                          </p:val>
                                        </p:tav>
                                        <p:tav tm="100000">
                                          <p:val>
                                            <p:strVal val="#ppt_x"/>
                                          </p:val>
                                        </p:tav>
                                      </p:tavLst>
                                    </p:anim>
                                    <p:anim calcmode="lin" valueType="num">
                                      <p:cBhvr additive="base">
                                        <p:cTn id="28" dur="500" fill="hold"/>
                                        <p:tgtEl>
                                          <p:spTgt spid="1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 grpId="0"/>
      <p:bldP spid="20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543</Words>
  <Application>Microsoft Office PowerPoint</Application>
  <PresentationFormat>Widescreen</PresentationFormat>
  <Paragraphs>66</Paragraphs>
  <Slides>8</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Aptos</vt:lpstr>
      <vt:lpstr>Aptos Display</vt:lpstr>
      <vt:lpstr>Arial</vt:lpstr>
      <vt:lpstr>Calibri (Body)</vt:lpstr>
      <vt:lpstr>Cambria Math</vt:lpstr>
      <vt:lpstr>Comic Sans MS</vt:lpstr>
      <vt:lpstr>Times New Roman</vt:lpstr>
      <vt:lpstr>Wingdings</vt:lpstr>
      <vt:lpstr>Office Theme</vt:lpstr>
      <vt:lpstr>Palestinian Advanced School - 2026</vt:lpstr>
      <vt:lpstr>The DRAGON2 code</vt:lpstr>
      <vt:lpstr>The DRAGON2 code</vt:lpstr>
      <vt:lpstr>The DRAGON2 code</vt:lpstr>
      <vt:lpstr>The DRAGON2 code</vt:lpstr>
      <vt:lpstr>The DRAGON2 code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Jose de la Torre Luque</dc:creator>
  <cp:lastModifiedBy>Pedro Jose de la Torre Luque</cp:lastModifiedBy>
  <cp:revision>3</cp:revision>
  <dcterms:created xsi:type="dcterms:W3CDTF">2026-03-12T09:02:21Z</dcterms:created>
  <dcterms:modified xsi:type="dcterms:W3CDTF">2026-03-17T15:46:59Z</dcterms:modified>
</cp:coreProperties>
</file>